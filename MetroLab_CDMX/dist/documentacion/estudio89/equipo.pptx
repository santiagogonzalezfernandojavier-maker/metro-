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81" r:id="rId3"/>
    <p:sldId id="274" r:id="rId4"/>
    <p:sldId id="279" r:id="rId5"/>
    <p:sldId id="257" r:id="rId6"/>
    <p:sldId id="280" r:id="rId7"/>
    <p:sldId id="259" r:id="rId8"/>
    <p:sldId id="260" r:id="rId9"/>
    <p:sldId id="261" r:id="rId10"/>
    <p:sldId id="282" r:id="rId11"/>
    <p:sldId id="283" r:id="rId12"/>
    <p:sldId id="262" r:id="rId13"/>
    <p:sldId id="288" r:id="rId14"/>
    <p:sldId id="258" r:id="rId15"/>
    <p:sldId id="263" r:id="rId16"/>
    <p:sldId id="277" r:id="rId17"/>
    <p:sldId id="271" r:id="rId18"/>
    <p:sldId id="272" r:id="rId19"/>
    <p:sldId id="278" r:id="rId20"/>
    <p:sldId id="284" r:id="rId21"/>
    <p:sldId id="285" r:id="rId22"/>
    <p:sldId id="273" r:id="rId23"/>
    <p:sldId id="275" r:id="rId24"/>
    <p:sldId id="265" r:id="rId25"/>
    <p:sldId id="287" r:id="rId26"/>
    <p:sldId id="268" r:id="rId2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19" autoAdjust="0"/>
    <p:restoredTop sz="94660"/>
  </p:normalViewPr>
  <p:slideViewPr>
    <p:cSldViewPr snapToGrid="0">
      <p:cViewPr varScale="1">
        <p:scale>
          <a:sx n="116" d="100"/>
          <a:sy n="116" d="100"/>
        </p:scale>
        <p:origin x="18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6486ED-7AD8-4823-98F8-764728E2886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5227086-3C51-4634-BC43-A57604B80893}">
      <dgm:prSet phldrT="[Text]"/>
      <dgm:spPr/>
      <dgm:t>
        <a:bodyPr/>
        <a:lstStyle/>
        <a:p>
          <a:r>
            <a:rPr lang="es-MX" dirty="0"/>
            <a:t>SUMINISTRO</a:t>
          </a:r>
          <a:endParaRPr lang="en-US" dirty="0"/>
        </a:p>
      </dgm:t>
    </dgm:pt>
    <dgm:pt modelId="{C1B650BC-BA57-409B-BCF9-83D5C9C34F2C}" type="parTrans" cxnId="{6C9A78C6-6D49-4AD8-BED7-9D70586173C0}">
      <dgm:prSet/>
      <dgm:spPr/>
      <dgm:t>
        <a:bodyPr/>
        <a:lstStyle/>
        <a:p>
          <a:endParaRPr lang="en-US"/>
        </a:p>
      </dgm:t>
    </dgm:pt>
    <dgm:pt modelId="{D8EA1179-4B8A-4A1D-8E16-4B229514DADB}" type="sibTrans" cxnId="{6C9A78C6-6D49-4AD8-BED7-9D70586173C0}">
      <dgm:prSet/>
      <dgm:spPr/>
      <dgm:t>
        <a:bodyPr/>
        <a:lstStyle/>
        <a:p>
          <a:endParaRPr lang="en-US"/>
        </a:p>
      </dgm:t>
    </dgm:pt>
    <dgm:pt modelId="{CBF83676-DEB2-46C5-A7F5-2F1B608880AB}">
      <dgm:prSet phldrT="[Text]" custT="1"/>
      <dgm:spPr/>
      <dgm:t>
        <a:bodyPr/>
        <a:lstStyle/>
        <a:p>
          <a:r>
            <a:rPr lang="es-MX" sz="1200" dirty="0" err="1"/>
            <a:t>Lineas</a:t>
          </a:r>
          <a:r>
            <a:rPr lang="es-MX" sz="1200" dirty="0"/>
            <a:t> 1,2 y 3</a:t>
          </a:r>
          <a:endParaRPr lang="en-US" sz="1200" dirty="0"/>
        </a:p>
      </dgm:t>
    </dgm:pt>
    <dgm:pt modelId="{0034A0B6-F7F0-402F-BAF6-3C9DEE4F1E88}" type="parTrans" cxnId="{DB1F0A32-C9DF-4006-A05F-C91FCCDCDD0B}">
      <dgm:prSet/>
      <dgm:spPr/>
      <dgm:t>
        <a:bodyPr/>
        <a:lstStyle/>
        <a:p>
          <a:endParaRPr lang="en-US"/>
        </a:p>
      </dgm:t>
    </dgm:pt>
    <dgm:pt modelId="{9F44A09F-ADF8-4296-A29B-64363E575031}" type="sibTrans" cxnId="{DB1F0A32-C9DF-4006-A05F-C91FCCDCDD0B}">
      <dgm:prSet/>
      <dgm:spPr/>
      <dgm:t>
        <a:bodyPr/>
        <a:lstStyle/>
        <a:p>
          <a:endParaRPr lang="en-US"/>
        </a:p>
      </dgm:t>
    </dgm:pt>
    <dgm:pt modelId="{49ECC54B-36C8-4759-A767-D194AF7DABED}">
      <dgm:prSet phldrT="[Text]"/>
      <dgm:spPr/>
      <dgm:t>
        <a:bodyPr/>
        <a:lstStyle/>
        <a:p>
          <a:r>
            <a:rPr lang="es-MX" dirty="0"/>
            <a:t>85kV</a:t>
          </a:r>
          <a:endParaRPr lang="en-US" dirty="0"/>
        </a:p>
      </dgm:t>
    </dgm:pt>
    <dgm:pt modelId="{CA75D906-EB1E-48FF-9DA8-BC9EFBCCE668}" type="parTrans" cxnId="{1FA46F0C-5C08-406D-95A9-18539963DF57}">
      <dgm:prSet/>
      <dgm:spPr/>
      <dgm:t>
        <a:bodyPr/>
        <a:lstStyle/>
        <a:p>
          <a:endParaRPr lang="en-US"/>
        </a:p>
      </dgm:t>
    </dgm:pt>
    <dgm:pt modelId="{1F8E80AA-1C2C-4C66-815F-1E898AB49953}" type="sibTrans" cxnId="{1FA46F0C-5C08-406D-95A9-18539963DF57}">
      <dgm:prSet/>
      <dgm:spPr/>
      <dgm:t>
        <a:bodyPr/>
        <a:lstStyle/>
        <a:p>
          <a:endParaRPr lang="en-US"/>
        </a:p>
      </dgm:t>
    </dgm:pt>
    <dgm:pt modelId="{60E90363-E3E4-49F4-AE61-4979D4D6858C}">
      <dgm:prSet phldrT="[Text]"/>
      <dgm:spPr/>
      <dgm:t>
        <a:bodyPr/>
        <a:lstStyle/>
        <a:p>
          <a:r>
            <a:rPr lang="es-MX" dirty="0"/>
            <a:t>230kV</a:t>
          </a:r>
          <a:endParaRPr lang="en-US" dirty="0"/>
        </a:p>
      </dgm:t>
    </dgm:pt>
    <dgm:pt modelId="{D94776A5-0DF5-4412-8CDC-131E9D0DB4AD}" type="parTrans" cxnId="{AFF08665-42A2-49D6-BE2D-3233A9C6F22F}">
      <dgm:prSet/>
      <dgm:spPr/>
      <dgm:t>
        <a:bodyPr/>
        <a:lstStyle/>
        <a:p>
          <a:endParaRPr lang="en-US"/>
        </a:p>
      </dgm:t>
    </dgm:pt>
    <dgm:pt modelId="{00E19572-7117-4DFF-BBF1-B2AA89F114FC}" type="sibTrans" cxnId="{AFF08665-42A2-49D6-BE2D-3233A9C6F22F}">
      <dgm:prSet/>
      <dgm:spPr/>
      <dgm:t>
        <a:bodyPr/>
        <a:lstStyle/>
        <a:p>
          <a:endParaRPr lang="en-US"/>
        </a:p>
      </dgm:t>
    </dgm:pt>
    <dgm:pt modelId="{DE0236D8-9870-44C2-9294-36066932197F}">
      <dgm:prSet/>
      <dgm:spPr/>
      <dgm:t>
        <a:bodyPr/>
        <a:lstStyle/>
        <a:p>
          <a:r>
            <a:rPr lang="es-MX" dirty="0"/>
            <a:t>23kV</a:t>
          </a:r>
          <a:endParaRPr lang="en-US" dirty="0"/>
        </a:p>
      </dgm:t>
    </dgm:pt>
    <dgm:pt modelId="{C949A3AA-6103-4662-882D-2D7E23025FC0}" type="parTrans" cxnId="{3DA3725A-6A94-44E6-A3FD-B6E3B02EABE2}">
      <dgm:prSet/>
      <dgm:spPr/>
      <dgm:t>
        <a:bodyPr/>
        <a:lstStyle/>
        <a:p>
          <a:endParaRPr lang="en-US"/>
        </a:p>
      </dgm:t>
    </dgm:pt>
    <dgm:pt modelId="{E71455AE-F5F8-4732-8F0B-844E35C0314E}" type="sibTrans" cxnId="{3DA3725A-6A94-44E6-A3FD-B6E3B02EABE2}">
      <dgm:prSet/>
      <dgm:spPr/>
      <dgm:t>
        <a:bodyPr/>
        <a:lstStyle/>
        <a:p>
          <a:endParaRPr lang="en-US"/>
        </a:p>
      </dgm:t>
    </dgm:pt>
    <dgm:pt modelId="{F3710FA0-E547-4407-9E8E-23A1D97A4513}">
      <dgm:prSet custT="1"/>
      <dgm:spPr/>
      <dgm:t>
        <a:bodyPr/>
        <a:lstStyle/>
        <a:p>
          <a:r>
            <a:rPr lang="es-MX" sz="1200" dirty="0" err="1"/>
            <a:t>Alimentacion</a:t>
          </a:r>
          <a:r>
            <a:rPr lang="es-MX" sz="1200" dirty="0"/>
            <a:t> “normal” suministrada a las subestaciones de alumbrado y fuerza en </a:t>
          </a:r>
          <a:r>
            <a:rPr lang="es-MX" sz="1200" dirty="0" err="1"/>
            <a:t>Lineas</a:t>
          </a:r>
          <a:r>
            <a:rPr lang="es-MX" sz="1200" dirty="0"/>
            <a:t> 4,5,6,7 y 9, mediante 2 circuitos de cables</a:t>
          </a:r>
          <a:endParaRPr lang="en-US" sz="1200" dirty="0"/>
        </a:p>
      </dgm:t>
    </dgm:pt>
    <dgm:pt modelId="{21AFB460-7C74-423C-9CF9-C1A12268F46D}" type="parTrans" cxnId="{114A6525-8DB2-4FB1-8417-B2D56F1D23CE}">
      <dgm:prSet/>
      <dgm:spPr/>
      <dgm:t>
        <a:bodyPr/>
        <a:lstStyle/>
        <a:p>
          <a:endParaRPr lang="en-US"/>
        </a:p>
      </dgm:t>
    </dgm:pt>
    <dgm:pt modelId="{BAFBABE2-EFC0-4F02-B9C0-0D87EA98BC2A}" type="sibTrans" cxnId="{114A6525-8DB2-4FB1-8417-B2D56F1D23CE}">
      <dgm:prSet/>
      <dgm:spPr/>
      <dgm:t>
        <a:bodyPr/>
        <a:lstStyle/>
        <a:p>
          <a:endParaRPr lang="en-US"/>
        </a:p>
      </dgm:t>
    </dgm:pt>
    <dgm:pt modelId="{9032D683-61D1-401E-8EAC-EC3A7EDFAB5E}">
      <dgm:prSet/>
      <dgm:spPr/>
      <dgm:t>
        <a:bodyPr/>
        <a:lstStyle/>
        <a:p>
          <a:r>
            <a:rPr lang="es-MX" dirty="0"/>
            <a:t>15kV</a:t>
          </a:r>
          <a:endParaRPr lang="en-US" dirty="0"/>
        </a:p>
      </dgm:t>
    </dgm:pt>
    <dgm:pt modelId="{E995F2EE-FAA9-4851-8784-25A019C44B74}" type="parTrans" cxnId="{14F5EB10-4729-48F0-A9CD-DC252BF99800}">
      <dgm:prSet/>
      <dgm:spPr/>
      <dgm:t>
        <a:bodyPr/>
        <a:lstStyle/>
        <a:p>
          <a:endParaRPr lang="en-US"/>
        </a:p>
      </dgm:t>
    </dgm:pt>
    <dgm:pt modelId="{FAB6FFF4-8FB2-4CD8-857C-848436C7DF52}" type="sibTrans" cxnId="{14F5EB10-4729-48F0-A9CD-DC252BF99800}">
      <dgm:prSet/>
      <dgm:spPr/>
      <dgm:t>
        <a:bodyPr/>
        <a:lstStyle/>
        <a:p>
          <a:endParaRPr lang="en-US"/>
        </a:p>
      </dgm:t>
    </dgm:pt>
    <dgm:pt modelId="{F1FD760F-FF25-48EF-9F0F-7FBC343A8B10}">
      <dgm:prSet custT="1"/>
      <dgm:spPr/>
      <dgm:t>
        <a:bodyPr/>
        <a:lstStyle/>
        <a:p>
          <a:r>
            <a:rPr lang="es-MX" sz="1200" dirty="0"/>
            <a:t>1,2 y 3 Trifásicas</a:t>
          </a:r>
          <a:endParaRPr lang="en-US" sz="1200" dirty="0"/>
        </a:p>
      </dgm:t>
    </dgm:pt>
    <dgm:pt modelId="{77275C10-4884-4776-B471-598778DC28FB}" type="parTrans" cxnId="{0816BC63-2A9E-47D8-956A-8ECCC6A8D15E}">
      <dgm:prSet/>
      <dgm:spPr/>
      <dgm:t>
        <a:bodyPr/>
        <a:lstStyle/>
        <a:p>
          <a:endParaRPr lang="en-US"/>
        </a:p>
      </dgm:t>
    </dgm:pt>
    <dgm:pt modelId="{5DD9B204-5EDB-42D4-8C0E-CDDE5041E86B}" type="sibTrans" cxnId="{0816BC63-2A9E-47D8-956A-8ECCC6A8D15E}">
      <dgm:prSet/>
      <dgm:spPr/>
      <dgm:t>
        <a:bodyPr/>
        <a:lstStyle/>
        <a:p>
          <a:endParaRPr lang="en-US"/>
        </a:p>
      </dgm:t>
    </dgm:pt>
    <dgm:pt modelId="{BF386458-0613-4435-B46D-22BFF0ABC690}">
      <dgm:prSet custT="1"/>
      <dgm:spPr/>
      <dgm:t>
        <a:bodyPr/>
        <a:lstStyle/>
        <a:p>
          <a:r>
            <a:rPr lang="es-MX" sz="1200" dirty="0"/>
            <a:t>8 y B en acometidas</a:t>
          </a:r>
          <a:endParaRPr lang="en-US" sz="1200" dirty="0"/>
        </a:p>
      </dgm:t>
    </dgm:pt>
    <dgm:pt modelId="{D19EB689-BF24-4D72-87BC-A36FB2A13C73}" type="parTrans" cxnId="{FEFEBFA6-D1E2-4546-8924-4D21289DB5FB}">
      <dgm:prSet/>
      <dgm:spPr/>
      <dgm:t>
        <a:bodyPr/>
        <a:lstStyle/>
        <a:p>
          <a:endParaRPr lang="en-US"/>
        </a:p>
      </dgm:t>
    </dgm:pt>
    <dgm:pt modelId="{F3F9773A-1984-437A-B22E-17DAA689B265}" type="sibTrans" cxnId="{FEFEBFA6-D1E2-4546-8924-4D21289DB5FB}">
      <dgm:prSet/>
      <dgm:spPr/>
      <dgm:t>
        <a:bodyPr/>
        <a:lstStyle/>
        <a:p>
          <a:endParaRPr lang="en-US"/>
        </a:p>
      </dgm:t>
    </dgm:pt>
    <dgm:pt modelId="{E1882D1B-76EB-4194-AEAC-9406C2EBEC46}" type="pres">
      <dgm:prSet presAssocID="{466486ED-7AD8-4823-98F8-764728E28860}" presName="hierChild1" presStyleCnt="0">
        <dgm:presLayoutVars>
          <dgm:orgChart val="1"/>
          <dgm:chPref val="1"/>
          <dgm:dir/>
          <dgm:animOne val="branch"/>
          <dgm:animLvl val="lvl"/>
          <dgm:resizeHandles/>
        </dgm:presLayoutVars>
      </dgm:prSet>
      <dgm:spPr/>
      <dgm:t>
        <a:bodyPr/>
        <a:lstStyle/>
        <a:p>
          <a:endParaRPr lang="es-MX"/>
        </a:p>
      </dgm:t>
    </dgm:pt>
    <dgm:pt modelId="{A03DC47B-8C84-41CA-A676-C70302A00028}" type="pres">
      <dgm:prSet presAssocID="{95227086-3C51-4634-BC43-A57604B80893}" presName="hierRoot1" presStyleCnt="0">
        <dgm:presLayoutVars>
          <dgm:hierBranch val="init"/>
        </dgm:presLayoutVars>
      </dgm:prSet>
      <dgm:spPr/>
    </dgm:pt>
    <dgm:pt modelId="{ABAB4922-0464-43C1-932A-16D5AFB2E717}" type="pres">
      <dgm:prSet presAssocID="{95227086-3C51-4634-BC43-A57604B80893}" presName="rootComposite1" presStyleCnt="0"/>
      <dgm:spPr/>
    </dgm:pt>
    <dgm:pt modelId="{B30EAEBE-87B3-4220-97A8-306FD68920D0}" type="pres">
      <dgm:prSet presAssocID="{95227086-3C51-4634-BC43-A57604B80893}" presName="rootText1" presStyleLbl="node0" presStyleIdx="0" presStyleCnt="1" custScaleX="71477" custScaleY="43008">
        <dgm:presLayoutVars>
          <dgm:chPref val="3"/>
        </dgm:presLayoutVars>
      </dgm:prSet>
      <dgm:spPr/>
      <dgm:t>
        <a:bodyPr/>
        <a:lstStyle/>
        <a:p>
          <a:endParaRPr lang="es-MX"/>
        </a:p>
      </dgm:t>
    </dgm:pt>
    <dgm:pt modelId="{B682ED56-F6A2-4463-A957-761566D47227}" type="pres">
      <dgm:prSet presAssocID="{95227086-3C51-4634-BC43-A57604B80893}" presName="rootConnector1" presStyleLbl="node1" presStyleIdx="0" presStyleCnt="0"/>
      <dgm:spPr/>
      <dgm:t>
        <a:bodyPr/>
        <a:lstStyle/>
        <a:p>
          <a:endParaRPr lang="es-MX"/>
        </a:p>
      </dgm:t>
    </dgm:pt>
    <dgm:pt modelId="{C106E160-22D9-4C99-BD5E-28969C1C2E49}" type="pres">
      <dgm:prSet presAssocID="{95227086-3C51-4634-BC43-A57604B80893}" presName="hierChild2" presStyleCnt="0"/>
      <dgm:spPr/>
    </dgm:pt>
    <dgm:pt modelId="{7382DCD4-A905-407A-B065-83A0756E2761}" type="pres">
      <dgm:prSet presAssocID="{C949A3AA-6103-4662-882D-2D7E23025FC0}" presName="Name37" presStyleLbl="parChTrans1D2" presStyleIdx="0" presStyleCnt="4"/>
      <dgm:spPr/>
      <dgm:t>
        <a:bodyPr/>
        <a:lstStyle/>
        <a:p>
          <a:endParaRPr lang="es-MX"/>
        </a:p>
      </dgm:t>
    </dgm:pt>
    <dgm:pt modelId="{E6CB20BD-D601-4AE2-ACF0-90E9F1D65892}" type="pres">
      <dgm:prSet presAssocID="{DE0236D8-9870-44C2-9294-36066932197F}" presName="hierRoot2" presStyleCnt="0">
        <dgm:presLayoutVars>
          <dgm:hierBranch val="init"/>
        </dgm:presLayoutVars>
      </dgm:prSet>
      <dgm:spPr/>
    </dgm:pt>
    <dgm:pt modelId="{23D6E6F1-D112-4308-9DFB-0EA946108317}" type="pres">
      <dgm:prSet presAssocID="{DE0236D8-9870-44C2-9294-36066932197F}" presName="rootComposite" presStyleCnt="0"/>
      <dgm:spPr/>
    </dgm:pt>
    <dgm:pt modelId="{D770E1E0-8674-4776-B27A-F19AADC89848}" type="pres">
      <dgm:prSet presAssocID="{DE0236D8-9870-44C2-9294-36066932197F}" presName="rootText" presStyleLbl="node2" presStyleIdx="0" presStyleCnt="4" custScaleX="28967" custScaleY="28967">
        <dgm:presLayoutVars>
          <dgm:chPref val="3"/>
        </dgm:presLayoutVars>
      </dgm:prSet>
      <dgm:spPr/>
      <dgm:t>
        <a:bodyPr/>
        <a:lstStyle/>
        <a:p>
          <a:endParaRPr lang="es-MX"/>
        </a:p>
      </dgm:t>
    </dgm:pt>
    <dgm:pt modelId="{A7B419EA-F6BD-4922-AC14-FBFC82F4FDBB}" type="pres">
      <dgm:prSet presAssocID="{DE0236D8-9870-44C2-9294-36066932197F}" presName="rootConnector" presStyleLbl="node2" presStyleIdx="0" presStyleCnt="4"/>
      <dgm:spPr/>
      <dgm:t>
        <a:bodyPr/>
        <a:lstStyle/>
        <a:p>
          <a:endParaRPr lang="es-MX"/>
        </a:p>
      </dgm:t>
    </dgm:pt>
    <dgm:pt modelId="{88CF2F32-6C82-4806-804B-0DABA2BBC0F3}" type="pres">
      <dgm:prSet presAssocID="{DE0236D8-9870-44C2-9294-36066932197F}" presName="hierChild4" presStyleCnt="0"/>
      <dgm:spPr/>
    </dgm:pt>
    <dgm:pt modelId="{D284F8AE-CFED-4708-8411-0D16054001C8}" type="pres">
      <dgm:prSet presAssocID="{21AFB460-7C74-423C-9CF9-C1A12268F46D}" presName="Name37" presStyleLbl="parChTrans1D3" presStyleIdx="0" presStyleCnt="4"/>
      <dgm:spPr/>
      <dgm:t>
        <a:bodyPr/>
        <a:lstStyle/>
        <a:p>
          <a:endParaRPr lang="es-MX"/>
        </a:p>
      </dgm:t>
    </dgm:pt>
    <dgm:pt modelId="{C77A7A10-DA56-4E2D-AAA4-6A0F2447581A}" type="pres">
      <dgm:prSet presAssocID="{F3710FA0-E547-4407-9E8E-23A1D97A4513}" presName="hierRoot2" presStyleCnt="0">
        <dgm:presLayoutVars>
          <dgm:hierBranch val="init"/>
        </dgm:presLayoutVars>
      </dgm:prSet>
      <dgm:spPr/>
    </dgm:pt>
    <dgm:pt modelId="{93E6FEB3-0D2E-4B72-A2A5-76E67AF5954D}" type="pres">
      <dgm:prSet presAssocID="{F3710FA0-E547-4407-9E8E-23A1D97A4513}" presName="rootComposite" presStyleCnt="0"/>
      <dgm:spPr/>
    </dgm:pt>
    <dgm:pt modelId="{28074841-6BE0-4C3B-90CC-203DD235B953}" type="pres">
      <dgm:prSet presAssocID="{F3710FA0-E547-4407-9E8E-23A1D97A4513}" presName="rootText" presStyleLbl="node3" presStyleIdx="0" presStyleCnt="4" custScaleX="46652" custScaleY="46652">
        <dgm:presLayoutVars>
          <dgm:chPref val="3"/>
        </dgm:presLayoutVars>
      </dgm:prSet>
      <dgm:spPr/>
      <dgm:t>
        <a:bodyPr/>
        <a:lstStyle/>
        <a:p>
          <a:endParaRPr lang="es-MX"/>
        </a:p>
      </dgm:t>
    </dgm:pt>
    <dgm:pt modelId="{0B42FCBA-AC1C-49F8-AFA4-890CC9D4B030}" type="pres">
      <dgm:prSet presAssocID="{F3710FA0-E547-4407-9E8E-23A1D97A4513}" presName="rootConnector" presStyleLbl="node3" presStyleIdx="0" presStyleCnt="4"/>
      <dgm:spPr/>
      <dgm:t>
        <a:bodyPr/>
        <a:lstStyle/>
        <a:p>
          <a:endParaRPr lang="es-MX"/>
        </a:p>
      </dgm:t>
    </dgm:pt>
    <dgm:pt modelId="{58C5A578-A946-48B4-9B62-08AD69C47E0D}" type="pres">
      <dgm:prSet presAssocID="{F3710FA0-E547-4407-9E8E-23A1D97A4513}" presName="hierChild4" presStyleCnt="0"/>
      <dgm:spPr/>
    </dgm:pt>
    <dgm:pt modelId="{60E4C4AE-23D8-4DBA-99C3-187E6AB6A62D}" type="pres">
      <dgm:prSet presAssocID="{F3710FA0-E547-4407-9E8E-23A1D97A4513}" presName="hierChild5" presStyleCnt="0"/>
      <dgm:spPr/>
    </dgm:pt>
    <dgm:pt modelId="{9BAF327C-315C-4528-A736-E05F1AAB450C}" type="pres">
      <dgm:prSet presAssocID="{DE0236D8-9870-44C2-9294-36066932197F}" presName="hierChild5" presStyleCnt="0"/>
      <dgm:spPr/>
    </dgm:pt>
    <dgm:pt modelId="{A6CD8D65-1856-4D76-A94B-6CE53C180F41}" type="pres">
      <dgm:prSet presAssocID="{E995F2EE-FAA9-4851-8784-25A019C44B74}" presName="Name37" presStyleLbl="parChTrans1D2" presStyleIdx="1" presStyleCnt="4"/>
      <dgm:spPr/>
      <dgm:t>
        <a:bodyPr/>
        <a:lstStyle/>
        <a:p>
          <a:endParaRPr lang="es-MX"/>
        </a:p>
      </dgm:t>
    </dgm:pt>
    <dgm:pt modelId="{E71C8F53-275F-4DA5-A7F4-8E6E108E10E9}" type="pres">
      <dgm:prSet presAssocID="{9032D683-61D1-401E-8EAC-EC3A7EDFAB5E}" presName="hierRoot2" presStyleCnt="0">
        <dgm:presLayoutVars>
          <dgm:hierBranch val="init"/>
        </dgm:presLayoutVars>
      </dgm:prSet>
      <dgm:spPr/>
    </dgm:pt>
    <dgm:pt modelId="{B58E5732-95BC-413C-9F9D-2A73C5E82871}" type="pres">
      <dgm:prSet presAssocID="{9032D683-61D1-401E-8EAC-EC3A7EDFAB5E}" presName="rootComposite" presStyleCnt="0"/>
      <dgm:spPr/>
    </dgm:pt>
    <dgm:pt modelId="{736B62A2-27F8-4703-857A-21A060CB712F}" type="pres">
      <dgm:prSet presAssocID="{9032D683-61D1-401E-8EAC-EC3A7EDFAB5E}" presName="rootText" presStyleLbl="node2" presStyleIdx="1" presStyleCnt="4" custScaleX="28967" custScaleY="28967">
        <dgm:presLayoutVars>
          <dgm:chPref val="3"/>
        </dgm:presLayoutVars>
      </dgm:prSet>
      <dgm:spPr/>
      <dgm:t>
        <a:bodyPr/>
        <a:lstStyle/>
        <a:p>
          <a:endParaRPr lang="es-MX"/>
        </a:p>
      </dgm:t>
    </dgm:pt>
    <dgm:pt modelId="{3DD67B82-C9DA-46D9-81C3-5442A7201A5E}" type="pres">
      <dgm:prSet presAssocID="{9032D683-61D1-401E-8EAC-EC3A7EDFAB5E}" presName="rootConnector" presStyleLbl="node2" presStyleIdx="1" presStyleCnt="4"/>
      <dgm:spPr/>
      <dgm:t>
        <a:bodyPr/>
        <a:lstStyle/>
        <a:p>
          <a:endParaRPr lang="es-MX"/>
        </a:p>
      </dgm:t>
    </dgm:pt>
    <dgm:pt modelId="{67D0A35B-7BE1-4383-ABE1-B8C3E0175660}" type="pres">
      <dgm:prSet presAssocID="{9032D683-61D1-401E-8EAC-EC3A7EDFAB5E}" presName="hierChild4" presStyleCnt="0"/>
      <dgm:spPr/>
    </dgm:pt>
    <dgm:pt modelId="{2E5E0328-2781-4A24-BB4E-49FCE99A64C9}" type="pres">
      <dgm:prSet presAssocID="{0034A0B6-F7F0-402F-BAF6-3C9DEE4F1E88}" presName="Name37" presStyleLbl="parChTrans1D3" presStyleIdx="1" presStyleCnt="4"/>
      <dgm:spPr/>
      <dgm:t>
        <a:bodyPr/>
        <a:lstStyle/>
        <a:p>
          <a:endParaRPr lang="es-MX"/>
        </a:p>
      </dgm:t>
    </dgm:pt>
    <dgm:pt modelId="{98FD007E-3084-447E-B739-9DB37ABF1D6B}" type="pres">
      <dgm:prSet presAssocID="{CBF83676-DEB2-46C5-A7F5-2F1B608880AB}" presName="hierRoot2" presStyleCnt="0">
        <dgm:presLayoutVars>
          <dgm:hierBranch val="init"/>
        </dgm:presLayoutVars>
      </dgm:prSet>
      <dgm:spPr/>
    </dgm:pt>
    <dgm:pt modelId="{9A97C724-8826-43C0-B9C8-89B8F5EC1282}" type="pres">
      <dgm:prSet presAssocID="{CBF83676-DEB2-46C5-A7F5-2F1B608880AB}" presName="rootComposite" presStyleCnt="0"/>
      <dgm:spPr/>
    </dgm:pt>
    <dgm:pt modelId="{1A25C88F-279E-4219-A6D3-ED32532DCBF5}" type="pres">
      <dgm:prSet presAssocID="{CBF83676-DEB2-46C5-A7F5-2F1B608880AB}" presName="rootText" presStyleLbl="node3" presStyleIdx="1" presStyleCnt="4" custScaleX="28967" custScaleY="28967">
        <dgm:presLayoutVars>
          <dgm:chPref val="3"/>
        </dgm:presLayoutVars>
      </dgm:prSet>
      <dgm:spPr/>
      <dgm:t>
        <a:bodyPr/>
        <a:lstStyle/>
        <a:p>
          <a:endParaRPr lang="es-MX"/>
        </a:p>
      </dgm:t>
    </dgm:pt>
    <dgm:pt modelId="{4ACAD621-172D-43CA-A0A2-87DED8863622}" type="pres">
      <dgm:prSet presAssocID="{CBF83676-DEB2-46C5-A7F5-2F1B608880AB}" presName="rootConnector" presStyleLbl="node3" presStyleIdx="1" presStyleCnt="4"/>
      <dgm:spPr/>
      <dgm:t>
        <a:bodyPr/>
        <a:lstStyle/>
        <a:p>
          <a:endParaRPr lang="es-MX"/>
        </a:p>
      </dgm:t>
    </dgm:pt>
    <dgm:pt modelId="{0B52E4CD-7893-4A48-9077-B1EF5168127E}" type="pres">
      <dgm:prSet presAssocID="{CBF83676-DEB2-46C5-A7F5-2F1B608880AB}" presName="hierChild4" presStyleCnt="0"/>
      <dgm:spPr/>
    </dgm:pt>
    <dgm:pt modelId="{4FF49BF8-315C-4B28-9BC8-FD3759337AD2}" type="pres">
      <dgm:prSet presAssocID="{CBF83676-DEB2-46C5-A7F5-2F1B608880AB}" presName="hierChild5" presStyleCnt="0"/>
      <dgm:spPr/>
    </dgm:pt>
    <dgm:pt modelId="{83B6E2F8-0A40-41B4-8555-F21A3450A409}" type="pres">
      <dgm:prSet presAssocID="{9032D683-61D1-401E-8EAC-EC3A7EDFAB5E}" presName="hierChild5" presStyleCnt="0"/>
      <dgm:spPr/>
    </dgm:pt>
    <dgm:pt modelId="{034145FB-1193-4697-AA3C-1D6A121291A7}" type="pres">
      <dgm:prSet presAssocID="{CA75D906-EB1E-48FF-9DA8-BC9EFBCCE668}" presName="Name37" presStyleLbl="parChTrans1D2" presStyleIdx="2" presStyleCnt="4"/>
      <dgm:spPr/>
      <dgm:t>
        <a:bodyPr/>
        <a:lstStyle/>
        <a:p>
          <a:endParaRPr lang="es-MX"/>
        </a:p>
      </dgm:t>
    </dgm:pt>
    <dgm:pt modelId="{F7F1B57E-11FB-4C75-8BAB-0361D0B55C22}" type="pres">
      <dgm:prSet presAssocID="{49ECC54B-36C8-4759-A767-D194AF7DABED}" presName="hierRoot2" presStyleCnt="0">
        <dgm:presLayoutVars>
          <dgm:hierBranch val="init"/>
        </dgm:presLayoutVars>
      </dgm:prSet>
      <dgm:spPr/>
    </dgm:pt>
    <dgm:pt modelId="{024FF4A8-874F-48FC-9A94-9EB4C8B1C470}" type="pres">
      <dgm:prSet presAssocID="{49ECC54B-36C8-4759-A767-D194AF7DABED}" presName="rootComposite" presStyleCnt="0"/>
      <dgm:spPr/>
    </dgm:pt>
    <dgm:pt modelId="{592D1202-DAB1-44BE-928C-FB0ECDC39CE8}" type="pres">
      <dgm:prSet presAssocID="{49ECC54B-36C8-4759-A767-D194AF7DABED}" presName="rootText" presStyleLbl="node2" presStyleIdx="2" presStyleCnt="4" custScaleX="28967" custScaleY="28967">
        <dgm:presLayoutVars>
          <dgm:chPref val="3"/>
        </dgm:presLayoutVars>
      </dgm:prSet>
      <dgm:spPr/>
      <dgm:t>
        <a:bodyPr/>
        <a:lstStyle/>
        <a:p>
          <a:endParaRPr lang="es-MX"/>
        </a:p>
      </dgm:t>
    </dgm:pt>
    <dgm:pt modelId="{8228F6FF-E802-445C-BE33-E51A5D49C7BC}" type="pres">
      <dgm:prSet presAssocID="{49ECC54B-36C8-4759-A767-D194AF7DABED}" presName="rootConnector" presStyleLbl="node2" presStyleIdx="2" presStyleCnt="4"/>
      <dgm:spPr/>
      <dgm:t>
        <a:bodyPr/>
        <a:lstStyle/>
        <a:p>
          <a:endParaRPr lang="es-MX"/>
        </a:p>
      </dgm:t>
    </dgm:pt>
    <dgm:pt modelId="{14522464-0CC1-4E0C-A490-6F84229E67C3}" type="pres">
      <dgm:prSet presAssocID="{49ECC54B-36C8-4759-A767-D194AF7DABED}" presName="hierChild4" presStyleCnt="0"/>
      <dgm:spPr/>
    </dgm:pt>
    <dgm:pt modelId="{44B52A06-1856-49CB-8BDD-A95BF7FF7CED}" type="pres">
      <dgm:prSet presAssocID="{77275C10-4884-4776-B471-598778DC28FB}" presName="Name37" presStyleLbl="parChTrans1D3" presStyleIdx="2" presStyleCnt="4"/>
      <dgm:spPr/>
      <dgm:t>
        <a:bodyPr/>
        <a:lstStyle/>
        <a:p>
          <a:endParaRPr lang="es-MX"/>
        </a:p>
      </dgm:t>
    </dgm:pt>
    <dgm:pt modelId="{B0F4E901-B5AD-436B-9582-19D351454A91}" type="pres">
      <dgm:prSet presAssocID="{F1FD760F-FF25-48EF-9F0F-7FBC343A8B10}" presName="hierRoot2" presStyleCnt="0">
        <dgm:presLayoutVars>
          <dgm:hierBranch val="init"/>
        </dgm:presLayoutVars>
      </dgm:prSet>
      <dgm:spPr/>
    </dgm:pt>
    <dgm:pt modelId="{34F433E4-0281-4ADF-9BFA-76246CEA5399}" type="pres">
      <dgm:prSet presAssocID="{F1FD760F-FF25-48EF-9F0F-7FBC343A8B10}" presName="rootComposite" presStyleCnt="0"/>
      <dgm:spPr/>
    </dgm:pt>
    <dgm:pt modelId="{C85AC043-4997-4815-BC99-18A1265B40CF}" type="pres">
      <dgm:prSet presAssocID="{F1FD760F-FF25-48EF-9F0F-7FBC343A8B10}" presName="rootText" presStyleLbl="node3" presStyleIdx="2" presStyleCnt="4" custScaleX="28967" custScaleY="28967">
        <dgm:presLayoutVars>
          <dgm:chPref val="3"/>
        </dgm:presLayoutVars>
      </dgm:prSet>
      <dgm:spPr/>
      <dgm:t>
        <a:bodyPr/>
        <a:lstStyle/>
        <a:p>
          <a:endParaRPr lang="es-MX"/>
        </a:p>
      </dgm:t>
    </dgm:pt>
    <dgm:pt modelId="{4B92B3BF-4AAD-4005-A23B-55D6DC8914DD}" type="pres">
      <dgm:prSet presAssocID="{F1FD760F-FF25-48EF-9F0F-7FBC343A8B10}" presName="rootConnector" presStyleLbl="node3" presStyleIdx="2" presStyleCnt="4"/>
      <dgm:spPr/>
      <dgm:t>
        <a:bodyPr/>
        <a:lstStyle/>
        <a:p>
          <a:endParaRPr lang="es-MX"/>
        </a:p>
      </dgm:t>
    </dgm:pt>
    <dgm:pt modelId="{C723B388-4749-41B5-998B-2FCC11B49604}" type="pres">
      <dgm:prSet presAssocID="{F1FD760F-FF25-48EF-9F0F-7FBC343A8B10}" presName="hierChild4" presStyleCnt="0"/>
      <dgm:spPr/>
    </dgm:pt>
    <dgm:pt modelId="{452B693E-1E32-4160-93C5-6A1B5D9666EC}" type="pres">
      <dgm:prSet presAssocID="{F1FD760F-FF25-48EF-9F0F-7FBC343A8B10}" presName="hierChild5" presStyleCnt="0"/>
      <dgm:spPr/>
    </dgm:pt>
    <dgm:pt modelId="{A18D7AAF-B5CE-446E-878A-C3F14A9D046A}" type="pres">
      <dgm:prSet presAssocID="{49ECC54B-36C8-4759-A767-D194AF7DABED}" presName="hierChild5" presStyleCnt="0"/>
      <dgm:spPr/>
    </dgm:pt>
    <dgm:pt modelId="{5839B575-D71C-4AB5-A9AB-4E479EDAB619}" type="pres">
      <dgm:prSet presAssocID="{D94776A5-0DF5-4412-8CDC-131E9D0DB4AD}" presName="Name37" presStyleLbl="parChTrans1D2" presStyleIdx="3" presStyleCnt="4"/>
      <dgm:spPr/>
      <dgm:t>
        <a:bodyPr/>
        <a:lstStyle/>
        <a:p>
          <a:endParaRPr lang="es-MX"/>
        </a:p>
      </dgm:t>
    </dgm:pt>
    <dgm:pt modelId="{C2B97B07-EE9E-4DD0-AB36-2943F2F093C8}" type="pres">
      <dgm:prSet presAssocID="{60E90363-E3E4-49F4-AE61-4979D4D6858C}" presName="hierRoot2" presStyleCnt="0">
        <dgm:presLayoutVars>
          <dgm:hierBranch val="init"/>
        </dgm:presLayoutVars>
      </dgm:prSet>
      <dgm:spPr/>
    </dgm:pt>
    <dgm:pt modelId="{AA899AEF-371C-4036-ADE1-2092C613B822}" type="pres">
      <dgm:prSet presAssocID="{60E90363-E3E4-49F4-AE61-4979D4D6858C}" presName="rootComposite" presStyleCnt="0"/>
      <dgm:spPr/>
    </dgm:pt>
    <dgm:pt modelId="{1B2724EB-98D0-4816-BFE8-FA925A7C37AC}" type="pres">
      <dgm:prSet presAssocID="{60E90363-E3E4-49F4-AE61-4979D4D6858C}" presName="rootText" presStyleLbl="node2" presStyleIdx="3" presStyleCnt="4" custScaleX="28967" custScaleY="28967">
        <dgm:presLayoutVars>
          <dgm:chPref val="3"/>
        </dgm:presLayoutVars>
      </dgm:prSet>
      <dgm:spPr/>
      <dgm:t>
        <a:bodyPr/>
        <a:lstStyle/>
        <a:p>
          <a:endParaRPr lang="es-MX"/>
        </a:p>
      </dgm:t>
    </dgm:pt>
    <dgm:pt modelId="{A0E6148F-D438-4400-B60F-130D00405C69}" type="pres">
      <dgm:prSet presAssocID="{60E90363-E3E4-49F4-AE61-4979D4D6858C}" presName="rootConnector" presStyleLbl="node2" presStyleIdx="3" presStyleCnt="4"/>
      <dgm:spPr/>
      <dgm:t>
        <a:bodyPr/>
        <a:lstStyle/>
        <a:p>
          <a:endParaRPr lang="es-MX"/>
        </a:p>
      </dgm:t>
    </dgm:pt>
    <dgm:pt modelId="{2315EA1C-E8CA-4627-8B1F-3E27495F256C}" type="pres">
      <dgm:prSet presAssocID="{60E90363-E3E4-49F4-AE61-4979D4D6858C}" presName="hierChild4" presStyleCnt="0"/>
      <dgm:spPr/>
    </dgm:pt>
    <dgm:pt modelId="{AF20F25B-CA15-4D66-AE4D-2797E2B4489D}" type="pres">
      <dgm:prSet presAssocID="{D19EB689-BF24-4D72-87BC-A36FB2A13C73}" presName="Name37" presStyleLbl="parChTrans1D3" presStyleIdx="3" presStyleCnt="4"/>
      <dgm:spPr/>
      <dgm:t>
        <a:bodyPr/>
        <a:lstStyle/>
        <a:p>
          <a:endParaRPr lang="es-MX"/>
        </a:p>
      </dgm:t>
    </dgm:pt>
    <dgm:pt modelId="{50849DBF-2960-45A8-A96F-681E7D77C634}" type="pres">
      <dgm:prSet presAssocID="{BF386458-0613-4435-B46D-22BFF0ABC690}" presName="hierRoot2" presStyleCnt="0">
        <dgm:presLayoutVars>
          <dgm:hierBranch val="init"/>
        </dgm:presLayoutVars>
      </dgm:prSet>
      <dgm:spPr/>
    </dgm:pt>
    <dgm:pt modelId="{36D98E2D-8BC1-4623-AF88-84D45A055389}" type="pres">
      <dgm:prSet presAssocID="{BF386458-0613-4435-B46D-22BFF0ABC690}" presName="rootComposite" presStyleCnt="0"/>
      <dgm:spPr/>
    </dgm:pt>
    <dgm:pt modelId="{B8D32907-C527-4328-B72B-73583B6CF630}" type="pres">
      <dgm:prSet presAssocID="{BF386458-0613-4435-B46D-22BFF0ABC690}" presName="rootText" presStyleLbl="node3" presStyleIdx="3" presStyleCnt="4" custScaleX="28967" custScaleY="28967">
        <dgm:presLayoutVars>
          <dgm:chPref val="3"/>
        </dgm:presLayoutVars>
      </dgm:prSet>
      <dgm:spPr/>
      <dgm:t>
        <a:bodyPr/>
        <a:lstStyle/>
        <a:p>
          <a:endParaRPr lang="es-MX"/>
        </a:p>
      </dgm:t>
    </dgm:pt>
    <dgm:pt modelId="{9F966554-688A-408F-8903-69FBC2014C6F}" type="pres">
      <dgm:prSet presAssocID="{BF386458-0613-4435-B46D-22BFF0ABC690}" presName="rootConnector" presStyleLbl="node3" presStyleIdx="3" presStyleCnt="4"/>
      <dgm:spPr/>
      <dgm:t>
        <a:bodyPr/>
        <a:lstStyle/>
        <a:p>
          <a:endParaRPr lang="es-MX"/>
        </a:p>
      </dgm:t>
    </dgm:pt>
    <dgm:pt modelId="{92D73119-C076-42CA-BD1B-3ADDA29EC7FA}" type="pres">
      <dgm:prSet presAssocID="{BF386458-0613-4435-B46D-22BFF0ABC690}" presName="hierChild4" presStyleCnt="0"/>
      <dgm:spPr/>
    </dgm:pt>
    <dgm:pt modelId="{3B4F2FFC-0CB0-40F6-B42A-431430A0D291}" type="pres">
      <dgm:prSet presAssocID="{BF386458-0613-4435-B46D-22BFF0ABC690}" presName="hierChild5" presStyleCnt="0"/>
      <dgm:spPr/>
    </dgm:pt>
    <dgm:pt modelId="{435D841E-6773-4047-A55F-1EFEC73C52A6}" type="pres">
      <dgm:prSet presAssocID="{60E90363-E3E4-49F4-AE61-4979D4D6858C}" presName="hierChild5" presStyleCnt="0"/>
      <dgm:spPr/>
    </dgm:pt>
    <dgm:pt modelId="{A5264286-6249-4152-8711-C8B80DD93357}" type="pres">
      <dgm:prSet presAssocID="{95227086-3C51-4634-BC43-A57604B80893}" presName="hierChild3" presStyleCnt="0"/>
      <dgm:spPr/>
    </dgm:pt>
  </dgm:ptLst>
  <dgm:cxnLst>
    <dgm:cxn modelId="{E4F2A489-83A9-4380-92E1-2D4920E0A628}" type="presOf" srcId="{60E90363-E3E4-49F4-AE61-4979D4D6858C}" destId="{1B2724EB-98D0-4816-BFE8-FA925A7C37AC}" srcOrd="0" destOrd="0" presId="urn:microsoft.com/office/officeart/2005/8/layout/orgChart1"/>
    <dgm:cxn modelId="{FEECC53D-FC85-4487-87A9-7CDD1A3C62D0}" type="presOf" srcId="{60E90363-E3E4-49F4-AE61-4979D4D6858C}" destId="{A0E6148F-D438-4400-B60F-130D00405C69}" srcOrd="1" destOrd="0" presId="urn:microsoft.com/office/officeart/2005/8/layout/orgChart1"/>
    <dgm:cxn modelId="{777501C7-DBDD-4005-BFB4-BCA82FD5D678}" type="presOf" srcId="{466486ED-7AD8-4823-98F8-764728E28860}" destId="{E1882D1B-76EB-4194-AEAC-9406C2EBEC46}" srcOrd="0" destOrd="0" presId="urn:microsoft.com/office/officeart/2005/8/layout/orgChart1"/>
    <dgm:cxn modelId="{020DAA7E-6A6A-4BE9-990E-1418FCF2904D}" type="presOf" srcId="{BF386458-0613-4435-B46D-22BFF0ABC690}" destId="{9F966554-688A-408F-8903-69FBC2014C6F}" srcOrd="1" destOrd="0" presId="urn:microsoft.com/office/officeart/2005/8/layout/orgChart1"/>
    <dgm:cxn modelId="{FFDA20B7-D4A6-4362-B922-2F8061C9E8AF}" type="presOf" srcId="{D94776A5-0DF5-4412-8CDC-131E9D0DB4AD}" destId="{5839B575-D71C-4AB5-A9AB-4E479EDAB619}" srcOrd="0" destOrd="0" presId="urn:microsoft.com/office/officeart/2005/8/layout/orgChart1"/>
    <dgm:cxn modelId="{6C2679B8-DE60-474B-AF1A-C0E7CA59E3CC}" type="presOf" srcId="{DE0236D8-9870-44C2-9294-36066932197F}" destId="{D770E1E0-8674-4776-B27A-F19AADC89848}" srcOrd="0" destOrd="0" presId="urn:microsoft.com/office/officeart/2005/8/layout/orgChart1"/>
    <dgm:cxn modelId="{1FA46F0C-5C08-406D-95A9-18539963DF57}" srcId="{95227086-3C51-4634-BC43-A57604B80893}" destId="{49ECC54B-36C8-4759-A767-D194AF7DABED}" srcOrd="2" destOrd="0" parTransId="{CA75D906-EB1E-48FF-9DA8-BC9EFBCCE668}" sibTransId="{1F8E80AA-1C2C-4C66-815F-1E898AB49953}"/>
    <dgm:cxn modelId="{AFF08665-42A2-49D6-BE2D-3233A9C6F22F}" srcId="{95227086-3C51-4634-BC43-A57604B80893}" destId="{60E90363-E3E4-49F4-AE61-4979D4D6858C}" srcOrd="3" destOrd="0" parTransId="{D94776A5-0DF5-4412-8CDC-131E9D0DB4AD}" sibTransId="{00E19572-7117-4DFF-BBF1-B2AA89F114FC}"/>
    <dgm:cxn modelId="{AAD43602-E0F7-4767-BEA6-2F0B40F4666F}" type="presOf" srcId="{77275C10-4884-4776-B471-598778DC28FB}" destId="{44B52A06-1856-49CB-8BDD-A95BF7FF7CED}" srcOrd="0" destOrd="0" presId="urn:microsoft.com/office/officeart/2005/8/layout/orgChart1"/>
    <dgm:cxn modelId="{6C9A78C6-6D49-4AD8-BED7-9D70586173C0}" srcId="{466486ED-7AD8-4823-98F8-764728E28860}" destId="{95227086-3C51-4634-BC43-A57604B80893}" srcOrd="0" destOrd="0" parTransId="{C1B650BC-BA57-409B-BCF9-83D5C9C34F2C}" sibTransId="{D8EA1179-4B8A-4A1D-8E16-4B229514DADB}"/>
    <dgm:cxn modelId="{06499A59-7C77-45B9-B14F-BF1752131966}" type="presOf" srcId="{E995F2EE-FAA9-4851-8784-25A019C44B74}" destId="{A6CD8D65-1856-4D76-A94B-6CE53C180F41}" srcOrd="0" destOrd="0" presId="urn:microsoft.com/office/officeart/2005/8/layout/orgChart1"/>
    <dgm:cxn modelId="{6F5869B1-1275-41C1-B1CB-1E1674F9794D}" type="presOf" srcId="{CBF83676-DEB2-46C5-A7F5-2F1B608880AB}" destId="{1A25C88F-279E-4219-A6D3-ED32532DCBF5}" srcOrd="0" destOrd="0" presId="urn:microsoft.com/office/officeart/2005/8/layout/orgChart1"/>
    <dgm:cxn modelId="{0B145ABC-A3CB-4E7A-9712-9C06EE4E50B8}" type="presOf" srcId="{9032D683-61D1-401E-8EAC-EC3A7EDFAB5E}" destId="{736B62A2-27F8-4703-857A-21A060CB712F}" srcOrd="0" destOrd="0" presId="urn:microsoft.com/office/officeart/2005/8/layout/orgChart1"/>
    <dgm:cxn modelId="{942EBC8E-5D4E-4053-BE9C-7B30110DC187}" type="presOf" srcId="{DE0236D8-9870-44C2-9294-36066932197F}" destId="{A7B419EA-F6BD-4922-AC14-FBFC82F4FDBB}" srcOrd="1" destOrd="0" presId="urn:microsoft.com/office/officeart/2005/8/layout/orgChart1"/>
    <dgm:cxn modelId="{F884E810-D34B-40C7-9720-DFAD5D833EAD}" type="presOf" srcId="{F3710FA0-E547-4407-9E8E-23A1D97A4513}" destId="{28074841-6BE0-4C3B-90CC-203DD235B953}" srcOrd="0" destOrd="0" presId="urn:microsoft.com/office/officeart/2005/8/layout/orgChart1"/>
    <dgm:cxn modelId="{FEFEBFA6-D1E2-4546-8924-4D21289DB5FB}" srcId="{60E90363-E3E4-49F4-AE61-4979D4D6858C}" destId="{BF386458-0613-4435-B46D-22BFF0ABC690}" srcOrd="0" destOrd="0" parTransId="{D19EB689-BF24-4D72-87BC-A36FB2A13C73}" sibTransId="{F3F9773A-1984-437A-B22E-17DAA689B265}"/>
    <dgm:cxn modelId="{E43B9A3A-295B-4394-A780-4E2C97CBBCBD}" type="presOf" srcId="{F3710FA0-E547-4407-9E8E-23A1D97A4513}" destId="{0B42FCBA-AC1C-49F8-AFA4-890CC9D4B030}" srcOrd="1" destOrd="0" presId="urn:microsoft.com/office/officeart/2005/8/layout/orgChart1"/>
    <dgm:cxn modelId="{7C6DFDEA-04C2-4E09-9AEB-94DF0889FEFA}" type="presOf" srcId="{9032D683-61D1-401E-8EAC-EC3A7EDFAB5E}" destId="{3DD67B82-C9DA-46D9-81C3-5442A7201A5E}" srcOrd="1" destOrd="0" presId="urn:microsoft.com/office/officeart/2005/8/layout/orgChart1"/>
    <dgm:cxn modelId="{145F1E23-944C-420D-AAC0-DE7B3066591C}" type="presOf" srcId="{95227086-3C51-4634-BC43-A57604B80893}" destId="{B30EAEBE-87B3-4220-97A8-306FD68920D0}" srcOrd="0" destOrd="0" presId="urn:microsoft.com/office/officeart/2005/8/layout/orgChart1"/>
    <dgm:cxn modelId="{45F02F71-C92D-41ED-AAA3-8DC1927FBAC4}" type="presOf" srcId="{C949A3AA-6103-4662-882D-2D7E23025FC0}" destId="{7382DCD4-A905-407A-B065-83A0756E2761}" srcOrd="0" destOrd="0" presId="urn:microsoft.com/office/officeart/2005/8/layout/orgChart1"/>
    <dgm:cxn modelId="{DB1F0A32-C9DF-4006-A05F-C91FCCDCDD0B}" srcId="{9032D683-61D1-401E-8EAC-EC3A7EDFAB5E}" destId="{CBF83676-DEB2-46C5-A7F5-2F1B608880AB}" srcOrd="0" destOrd="0" parTransId="{0034A0B6-F7F0-402F-BAF6-3C9DEE4F1E88}" sibTransId="{9F44A09F-ADF8-4296-A29B-64363E575031}"/>
    <dgm:cxn modelId="{C9D3F00C-DDBE-4916-8A8F-203E1C63B40D}" type="presOf" srcId="{0034A0B6-F7F0-402F-BAF6-3C9DEE4F1E88}" destId="{2E5E0328-2781-4A24-BB4E-49FCE99A64C9}" srcOrd="0" destOrd="0" presId="urn:microsoft.com/office/officeart/2005/8/layout/orgChart1"/>
    <dgm:cxn modelId="{131340FF-25BF-484B-BDBB-EF7A8CF9EBA1}" type="presOf" srcId="{F1FD760F-FF25-48EF-9F0F-7FBC343A8B10}" destId="{4B92B3BF-4AAD-4005-A23B-55D6DC8914DD}" srcOrd="1" destOrd="0" presId="urn:microsoft.com/office/officeart/2005/8/layout/orgChart1"/>
    <dgm:cxn modelId="{D09C0084-CD9D-48FD-A74C-6333F2D54068}" type="presOf" srcId="{49ECC54B-36C8-4759-A767-D194AF7DABED}" destId="{592D1202-DAB1-44BE-928C-FB0ECDC39CE8}" srcOrd="0" destOrd="0" presId="urn:microsoft.com/office/officeart/2005/8/layout/orgChart1"/>
    <dgm:cxn modelId="{A0F45FD3-C4E2-40D6-8D7A-D200441D9D20}" type="presOf" srcId="{F1FD760F-FF25-48EF-9F0F-7FBC343A8B10}" destId="{C85AC043-4997-4815-BC99-18A1265B40CF}" srcOrd="0" destOrd="0" presId="urn:microsoft.com/office/officeart/2005/8/layout/orgChart1"/>
    <dgm:cxn modelId="{5863EFA5-0C03-4F18-AA61-2FE5B35939A1}" type="presOf" srcId="{D19EB689-BF24-4D72-87BC-A36FB2A13C73}" destId="{AF20F25B-CA15-4D66-AE4D-2797E2B4489D}" srcOrd="0" destOrd="0" presId="urn:microsoft.com/office/officeart/2005/8/layout/orgChart1"/>
    <dgm:cxn modelId="{14F5EB10-4729-48F0-A9CD-DC252BF99800}" srcId="{95227086-3C51-4634-BC43-A57604B80893}" destId="{9032D683-61D1-401E-8EAC-EC3A7EDFAB5E}" srcOrd="1" destOrd="0" parTransId="{E995F2EE-FAA9-4851-8784-25A019C44B74}" sibTransId="{FAB6FFF4-8FB2-4CD8-857C-848436C7DF52}"/>
    <dgm:cxn modelId="{0816BC63-2A9E-47D8-956A-8ECCC6A8D15E}" srcId="{49ECC54B-36C8-4759-A767-D194AF7DABED}" destId="{F1FD760F-FF25-48EF-9F0F-7FBC343A8B10}" srcOrd="0" destOrd="0" parTransId="{77275C10-4884-4776-B471-598778DC28FB}" sibTransId="{5DD9B204-5EDB-42D4-8C0E-CDDE5041E86B}"/>
    <dgm:cxn modelId="{5DEABF56-37FE-4A51-B53B-06488FAF70BD}" type="presOf" srcId="{CA75D906-EB1E-48FF-9DA8-BC9EFBCCE668}" destId="{034145FB-1193-4697-AA3C-1D6A121291A7}" srcOrd="0" destOrd="0" presId="urn:microsoft.com/office/officeart/2005/8/layout/orgChart1"/>
    <dgm:cxn modelId="{6045E131-2D05-4DCA-A6C7-D05A363140F3}" type="presOf" srcId="{21AFB460-7C74-423C-9CF9-C1A12268F46D}" destId="{D284F8AE-CFED-4708-8411-0D16054001C8}" srcOrd="0" destOrd="0" presId="urn:microsoft.com/office/officeart/2005/8/layout/orgChart1"/>
    <dgm:cxn modelId="{F300D29C-A74A-4FC3-950B-2808E0AE6415}" type="presOf" srcId="{BF386458-0613-4435-B46D-22BFF0ABC690}" destId="{B8D32907-C527-4328-B72B-73583B6CF630}" srcOrd="0" destOrd="0" presId="urn:microsoft.com/office/officeart/2005/8/layout/orgChart1"/>
    <dgm:cxn modelId="{CE25FE9B-9E91-4F9B-9703-467006C156E2}" type="presOf" srcId="{CBF83676-DEB2-46C5-A7F5-2F1B608880AB}" destId="{4ACAD621-172D-43CA-A0A2-87DED8863622}" srcOrd="1" destOrd="0" presId="urn:microsoft.com/office/officeart/2005/8/layout/orgChart1"/>
    <dgm:cxn modelId="{C9746802-B8B6-4199-A0C1-2962CB6A9712}" type="presOf" srcId="{49ECC54B-36C8-4759-A767-D194AF7DABED}" destId="{8228F6FF-E802-445C-BE33-E51A5D49C7BC}" srcOrd="1" destOrd="0" presId="urn:microsoft.com/office/officeart/2005/8/layout/orgChart1"/>
    <dgm:cxn modelId="{3DA3725A-6A94-44E6-A3FD-B6E3B02EABE2}" srcId="{95227086-3C51-4634-BC43-A57604B80893}" destId="{DE0236D8-9870-44C2-9294-36066932197F}" srcOrd="0" destOrd="0" parTransId="{C949A3AA-6103-4662-882D-2D7E23025FC0}" sibTransId="{E71455AE-F5F8-4732-8F0B-844E35C0314E}"/>
    <dgm:cxn modelId="{114A6525-8DB2-4FB1-8417-B2D56F1D23CE}" srcId="{DE0236D8-9870-44C2-9294-36066932197F}" destId="{F3710FA0-E547-4407-9E8E-23A1D97A4513}" srcOrd="0" destOrd="0" parTransId="{21AFB460-7C74-423C-9CF9-C1A12268F46D}" sibTransId="{BAFBABE2-EFC0-4F02-B9C0-0D87EA98BC2A}"/>
    <dgm:cxn modelId="{6899CA3E-F66F-43E3-B433-CA09A5355892}" type="presOf" srcId="{95227086-3C51-4634-BC43-A57604B80893}" destId="{B682ED56-F6A2-4463-A957-761566D47227}" srcOrd="1" destOrd="0" presId="urn:microsoft.com/office/officeart/2005/8/layout/orgChart1"/>
    <dgm:cxn modelId="{F17BF9C5-6009-474B-B6B3-35B6B3983F26}" type="presParOf" srcId="{E1882D1B-76EB-4194-AEAC-9406C2EBEC46}" destId="{A03DC47B-8C84-41CA-A676-C70302A00028}" srcOrd="0" destOrd="0" presId="urn:microsoft.com/office/officeart/2005/8/layout/orgChart1"/>
    <dgm:cxn modelId="{03EB9FDB-3AF2-4556-8AE1-306CA485E90A}" type="presParOf" srcId="{A03DC47B-8C84-41CA-A676-C70302A00028}" destId="{ABAB4922-0464-43C1-932A-16D5AFB2E717}" srcOrd="0" destOrd="0" presId="urn:microsoft.com/office/officeart/2005/8/layout/orgChart1"/>
    <dgm:cxn modelId="{8D18FE7C-29B5-493E-9C1E-FDEDF759CEE8}" type="presParOf" srcId="{ABAB4922-0464-43C1-932A-16D5AFB2E717}" destId="{B30EAEBE-87B3-4220-97A8-306FD68920D0}" srcOrd="0" destOrd="0" presId="urn:microsoft.com/office/officeart/2005/8/layout/orgChart1"/>
    <dgm:cxn modelId="{840DDCC1-0855-404A-8252-198A3D1E1259}" type="presParOf" srcId="{ABAB4922-0464-43C1-932A-16D5AFB2E717}" destId="{B682ED56-F6A2-4463-A957-761566D47227}" srcOrd="1" destOrd="0" presId="urn:microsoft.com/office/officeart/2005/8/layout/orgChart1"/>
    <dgm:cxn modelId="{1129E37D-11BE-4476-A62C-1FE4951F4DAD}" type="presParOf" srcId="{A03DC47B-8C84-41CA-A676-C70302A00028}" destId="{C106E160-22D9-4C99-BD5E-28969C1C2E49}" srcOrd="1" destOrd="0" presId="urn:microsoft.com/office/officeart/2005/8/layout/orgChart1"/>
    <dgm:cxn modelId="{0211E40B-AB8B-4AC6-B020-04463B6F92AB}" type="presParOf" srcId="{C106E160-22D9-4C99-BD5E-28969C1C2E49}" destId="{7382DCD4-A905-407A-B065-83A0756E2761}" srcOrd="0" destOrd="0" presId="urn:microsoft.com/office/officeart/2005/8/layout/orgChart1"/>
    <dgm:cxn modelId="{388F9360-7EB5-4AD3-B579-F01E3F9EB768}" type="presParOf" srcId="{C106E160-22D9-4C99-BD5E-28969C1C2E49}" destId="{E6CB20BD-D601-4AE2-ACF0-90E9F1D65892}" srcOrd="1" destOrd="0" presId="urn:microsoft.com/office/officeart/2005/8/layout/orgChart1"/>
    <dgm:cxn modelId="{5265DC27-04F4-4A7E-B233-3363915EE680}" type="presParOf" srcId="{E6CB20BD-D601-4AE2-ACF0-90E9F1D65892}" destId="{23D6E6F1-D112-4308-9DFB-0EA946108317}" srcOrd="0" destOrd="0" presId="urn:microsoft.com/office/officeart/2005/8/layout/orgChart1"/>
    <dgm:cxn modelId="{C8AFA68E-EBCC-432F-9E9C-5EC1DA9FAB17}" type="presParOf" srcId="{23D6E6F1-D112-4308-9DFB-0EA946108317}" destId="{D770E1E0-8674-4776-B27A-F19AADC89848}" srcOrd="0" destOrd="0" presId="urn:microsoft.com/office/officeart/2005/8/layout/orgChart1"/>
    <dgm:cxn modelId="{7A703910-1BE4-4F90-AF1C-05A58B4C923A}" type="presParOf" srcId="{23D6E6F1-D112-4308-9DFB-0EA946108317}" destId="{A7B419EA-F6BD-4922-AC14-FBFC82F4FDBB}" srcOrd="1" destOrd="0" presId="urn:microsoft.com/office/officeart/2005/8/layout/orgChart1"/>
    <dgm:cxn modelId="{C7B8BD48-8D8D-4EC6-A07D-6E2959C9D846}" type="presParOf" srcId="{E6CB20BD-D601-4AE2-ACF0-90E9F1D65892}" destId="{88CF2F32-6C82-4806-804B-0DABA2BBC0F3}" srcOrd="1" destOrd="0" presId="urn:microsoft.com/office/officeart/2005/8/layout/orgChart1"/>
    <dgm:cxn modelId="{111B1B1D-AA59-4737-8C7E-82F150F3D9A9}" type="presParOf" srcId="{88CF2F32-6C82-4806-804B-0DABA2BBC0F3}" destId="{D284F8AE-CFED-4708-8411-0D16054001C8}" srcOrd="0" destOrd="0" presId="urn:microsoft.com/office/officeart/2005/8/layout/orgChart1"/>
    <dgm:cxn modelId="{9C96E05E-C6D2-45DB-98CF-E2A1A6A51DA6}" type="presParOf" srcId="{88CF2F32-6C82-4806-804B-0DABA2BBC0F3}" destId="{C77A7A10-DA56-4E2D-AAA4-6A0F2447581A}" srcOrd="1" destOrd="0" presId="urn:microsoft.com/office/officeart/2005/8/layout/orgChart1"/>
    <dgm:cxn modelId="{A4183E37-4560-4A4A-B802-5392EB3B5E3F}" type="presParOf" srcId="{C77A7A10-DA56-4E2D-AAA4-6A0F2447581A}" destId="{93E6FEB3-0D2E-4B72-A2A5-76E67AF5954D}" srcOrd="0" destOrd="0" presId="urn:microsoft.com/office/officeart/2005/8/layout/orgChart1"/>
    <dgm:cxn modelId="{DEB20CB2-BC67-4B42-9BBB-8E9C2EC64A11}" type="presParOf" srcId="{93E6FEB3-0D2E-4B72-A2A5-76E67AF5954D}" destId="{28074841-6BE0-4C3B-90CC-203DD235B953}" srcOrd="0" destOrd="0" presId="urn:microsoft.com/office/officeart/2005/8/layout/orgChart1"/>
    <dgm:cxn modelId="{F5A73619-DEAE-4DBC-A149-584A1E97FE7A}" type="presParOf" srcId="{93E6FEB3-0D2E-4B72-A2A5-76E67AF5954D}" destId="{0B42FCBA-AC1C-49F8-AFA4-890CC9D4B030}" srcOrd="1" destOrd="0" presId="urn:microsoft.com/office/officeart/2005/8/layout/orgChart1"/>
    <dgm:cxn modelId="{3BDC15D9-FAE6-40B1-BE8F-D0B15461626B}" type="presParOf" srcId="{C77A7A10-DA56-4E2D-AAA4-6A0F2447581A}" destId="{58C5A578-A946-48B4-9B62-08AD69C47E0D}" srcOrd="1" destOrd="0" presId="urn:microsoft.com/office/officeart/2005/8/layout/orgChart1"/>
    <dgm:cxn modelId="{DC8EE206-E9B2-4AF8-884B-66917CC1CAD8}" type="presParOf" srcId="{C77A7A10-DA56-4E2D-AAA4-6A0F2447581A}" destId="{60E4C4AE-23D8-4DBA-99C3-187E6AB6A62D}" srcOrd="2" destOrd="0" presId="urn:microsoft.com/office/officeart/2005/8/layout/orgChart1"/>
    <dgm:cxn modelId="{5991424B-2DBA-4B8B-9384-65EF6BEDEE18}" type="presParOf" srcId="{E6CB20BD-D601-4AE2-ACF0-90E9F1D65892}" destId="{9BAF327C-315C-4528-A736-E05F1AAB450C}" srcOrd="2" destOrd="0" presId="urn:microsoft.com/office/officeart/2005/8/layout/orgChart1"/>
    <dgm:cxn modelId="{8320307E-E43F-409F-B89C-D8C7A36D13E7}" type="presParOf" srcId="{C106E160-22D9-4C99-BD5E-28969C1C2E49}" destId="{A6CD8D65-1856-4D76-A94B-6CE53C180F41}" srcOrd="2" destOrd="0" presId="urn:microsoft.com/office/officeart/2005/8/layout/orgChart1"/>
    <dgm:cxn modelId="{8E357801-8639-49C0-A601-FA165D4F6735}" type="presParOf" srcId="{C106E160-22D9-4C99-BD5E-28969C1C2E49}" destId="{E71C8F53-275F-4DA5-A7F4-8E6E108E10E9}" srcOrd="3" destOrd="0" presId="urn:microsoft.com/office/officeart/2005/8/layout/orgChart1"/>
    <dgm:cxn modelId="{C24D61E0-DED8-4F9C-826E-D5665C46CBEA}" type="presParOf" srcId="{E71C8F53-275F-4DA5-A7F4-8E6E108E10E9}" destId="{B58E5732-95BC-413C-9F9D-2A73C5E82871}" srcOrd="0" destOrd="0" presId="urn:microsoft.com/office/officeart/2005/8/layout/orgChart1"/>
    <dgm:cxn modelId="{83A33C55-BD5C-44AF-A6F2-CCDE4B2E15CC}" type="presParOf" srcId="{B58E5732-95BC-413C-9F9D-2A73C5E82871}" destId="{736B62A2-27F8-4703-857A-21A060CB712F}" srcOrd="0" destOrd="0" presId="urn:microsoft.com/office/officeart/2005/8/layout/orgChart1"/>
    <dgm:cxn modelId="{AE8DCB3B-26DF-496E-91B2-AA2FF297B7CA}" type="presParOf" srcId="{B58E5732-95BC-413C-9F9D-2A73C5E82871}" destId="{3DD67B82-C9DA-46D9-81C3-5442A7201A5E}" srcOrd="1" destOrd="0" presId="urn:microsoft.com/office/officeart/2005/8/layout/orgChart1"/>
    <dgm:cxn modelId="{ABB99A81-9656-4DC6-965E-BA1CB6640072}" type="presParOf" srcId="{E71C8F53-275F-4DA5-A7F4-8E6E108E10E9}" destId="{67D0A35B-7BE1-4383-ABE1-B8C3E0175660}" srcOrd="1" destOrd="0" presId="urn:microsoft.com/office/officeart/2005/8/layout/orgChart1"/>
    <dgm:cxn modelId="{09A8F447-A426-4C41-8F6E-F4B271FF7A88}" type="presParOf" srcId="{67D0A35B-7BE1-4383-ABE1-B8C3E0175660}" destId="{2E5E0328-2781-4A24-BB4E-49FCE99A64C9}" srcOrd="0" destOrd="0" presId="urn:microsoft.com/office/officeart/2005/8/layout/orgChart1"/>
    <dgm:cxn modelId="{271AED57-6653-410D-9CC1-6D1C484D8868}" type="presParOf" srcId="{67D0A35B-7BE1-4383-ABE1-B8C3E0175660}" destId="{98FD007E-3084-447E-B739-9DB37ABF1D6B}" srcOrd="1" destOrd="0" presId="urn:microsoft.com/office/officeart/2005/8/layout/orgChart1"/>
    <dgm:cxn modelId="{7E5BFA13-2EBF-4ED4-B862-247F1444AD25}" type="presParOf" srcId="{98FD007E-3084-447E-B739-9DB37ABF1D6B}" destId="{9A97C724-8826-43C0-B9C8-89B8F5EC1282}" srcOrd="0" destOrd="0" presId="urn:microsoft.com/office/officeart/2005/8/layout/orgChart1"/>
    <dgm:cxn modelId="{644D5A7F-3773-463C-A4FA-EC1112E86E8B}" type="presParOf" srcId="{9A97C724-8826-43C0-B9C8-89B8F5EC1282}" destId="{1A25C88F-279E-4219-A6D3-ED32532DCBF5}" srcOrd="0" destOrd="0" presId="urn:microsoft.com/office/officeart/2005/8/layout/orgChart1"/>
    <dgm:cxn modelId="{7A927830-B0CA-4E5D-AEBB-0519AA8FBB71}" type="presParOf" srcId="{9A97C724-8826-43C0-B9C8-89B8F5EC1282}" destId="{4ACAD621-172D-43CA-A0A2-87DED8863622}" srcOrd="1" destOrd="0" presId="urn:microsoft.com/office/officeart/2005/8/layout/orgChart1"/>
    <dgm:cxn modelId="{3CDC7E77-ADEA-41A5-96D6-A95726E8DDE8}" type="presParOf" srcId="{98FD007E-3084-447E-B739-9DB37ABF1D6B}" destId="{0B52E4CD-7893-4A48-9077-B1EF5168127E}" srcOrd="1" destOrd="0" presId="urn:microsoft.com/office/officeart/2005/8/layout/orgChart1"/>
    <dgm:cxn modelId="{ADFAB6D1-3F2D-496A-9402-1C50EFC59681}" type="presParOf" srcId="{98FD007E-3084-447E-B739-9DB37ABF1D6B}" destId="{4FF49BF8-315C-4B28-9BC8-FD3759337AD2}" srcOrd="2" destOrd="0" presId="urn:microsoft.com/office/officeart/2005/8/layout/orgChart1"/>
    <dgm:cxn modelId="{5629D4A2-3A11-4BB7-AB20-9BA2BFDBA4A8}" type="presParOf" srcId="{E71C8F53-275F-4DA5-A7F4-8E6E108E10E9}" destId="{83B6E2F8-0A40-41B4-8555-F21A3450A409}" srcOrd="2" destOrd="0" presId="urn:microsoft.com/office/officeart/2005/8/layout/orgChart1"/>
    <dgm:cxn modelId="{E47CA140-6F53-42F9-B810-55AE56978E97}" type="presParOf" srcId="{C106E160-22D9-4C99-BD5E-28969C1C2E49}" destId="{034145FB-1193-4697-AA3C-1D6A121291A7}" srcOrd="4" destOrd="0" presId="urn:microsoft.com/office/officeart/2005/8/layout/orgChart1"/>
    <dgm:cxn modelId="{420294E9-ADB5-4D30-AAE7-E5B09BB3E99C}" type="presParOf" srcId="{C106E160-22D9-4C99-BD5E-28969C1C2E49}" destId="{F7F1B57E-11FB-4C75-8BAB-0361D0B55C22}" srcOrd="5" destOrd="0" presId="urn:microsoft.com/office/officeart/2005/8/layout/orgChart1"/>
    <dgm:cxn modelId="{C1334356-C63E-45C3-BBD8-D839DDE2C71A}" type="presParOf" srcId="{F7F1B57E-11FB-4C75-8BAB-0361D0B55C22}" destId="{024FF4A8-874F-48FC-9A94-9EB4C8B1C470}" srcOrd="0" destOrd="0" presId="urn:microsoft.com/office/officeart/2005/8/layout/orgChart1"/>
    <dgm:cxn modelId="{C479AAF9-AF57-4E91-AB32-C950F8B5B70A}" type="presParOf" srcId="{024FF4A8-874F-48FC-9A94-9EB4C8B1C470}" destId="{592D1202-DAB1-44BE-928C-FB0ECDC39CE8}" srcOrd="0" destOrd="0" presId="urn:microsoft.com/office/officeart/2005/8/layout/orgChart1"/>
    <dgm:cxn modelId="{529EB36F-30C2-42D5-AE59-659C7481A731}" type="presParOf" srcId="{024FF4A8-874F-48FC-9A94-9EB4C8B1C470}" destId="{8228F6FF-E802-445C-BE33-E51A5D49C7BC}" srcOrd="1" destOrd="0" presId="urn:microsoft.com/office/officeart/2005/8/layout/orgChart1"/>
    <dgm:cxn modelId="{9A06F1A8-0413-4475-8EAB-5C537DB40A51}" type="presParOf" srcId="{F7F1B57E-11FB-4C75-8BAB-0361D0B55C22}" destId="{14522464-0CC1-4E0C-A490-6F84229E67C3}" srcOrd="1" destOrd="0" presId="urn:microsoft.com/office/officeart/2005/8/layout/orgChart1"/>
    <dgm:cxn modelId="{716BCE7B-BB98-4779-999E-163AE5E14094}" type="presParOf" srcId="{14522464-0CC1-4E0C-A490-6F84229E67C3}" destId="{44B52A06-1856-49CB-8BDD-A95BF7FF7CED}" srcOrd="0" destOrd="0" presId="urn:microsoft.com/office/officeart/2005/8/layout/orgChart1"/>
    <dgm:cxn modelId="{B688351B-5D59-46C6-A154-7C77D0498060}" type="presParOf" srcId="{14522464-0CC1-4E0C-A490-6F84229E67C3}" destId="{B0F4E901-B5AD-436B-9582-19D351454A91}" srcOrd="1" destOrd="0" presId="urn:microsoft.com/office/officeart/2005/8/layout/orgChart1"/>
    <dgm:cxn modelId="{379991D4-5C7D-4CC0-A1C7-01F6EE342535}" type="presParOf" srcId="{B0F4E901-B5AD-436B-9582-19D351454A91}" destId="{34F433E4-0281-4ADF-9BFA-76246CEA5399}" srcOrd="0" destOrd="0" presId="urn:microsoft.com/office/officeart/2005/8/layout/orgChart1"/>
    <dgm:cxn modelId="{8983A59C-771D-4B62-BE3C-F973EF15514E}" type="presParOf" srcId="{34F433E4-0281-4ADF-9BFA-76246CEA5399}" destId="{C85AC043-4997-4815-BC99-18A1265B40CF}" srcOrd="0" destOrd="0" presId="urn:microsoft.com/office/officeart/2005/8/layout/orgChart1"/>
    <dgm:cxn modelId="{840865EF-DCCB-4475-998D-1887D8FB4391}" type="presParOf" srcId="{34F433E4-0281-4ADF-9BFA-76246CEA5399}" destId="{4B92B3BF-4AAD-4005-A23B-55D6DC8914DD}" srcOrd="1" destOrd="0" presId="urn:microsoft.com/office/officeart/2005/8/layout/orgChart1"/>
    <dgm:cxn modelId="{61EA74AA-D569-4C7C-82BE-216F54F207AF}" type="presParOf" srcId="{B0F4E901-B5AD-436B-9582-19D351454A91}" destId="{C723B388-4749-41B5-998B-2FCC11B49604}" srcOrd="1" destOrd="0" presId="urn:microsoft.com/office/officeart/2005/8/layout/orgChart1"/>
    <dgm:cxn modelId="{CFCD6E04-BCDB-4D17-B6BA-54A33755CA59}" type="presParOf" srcId="{B0F4E901-B5AD-436B-9582-19D351454A91}" destId="{452B693E-1E32-4160-93C5-6A1B5D9666EC}" srcOrd="2" destOrd="0" presId="urn:microsoft.com/office/officeart/2005/8/layout/orgChart1"/>
    <dgm:cxn modelId="{B034BD95-989F-4650-9F81-A407F1D95CDB}" type="presParOf" srcId="{F7F1B57E-11FB-4C75-8BAB-0361D0B55C22}" destId="{A18D7AAF-B5CE-446E-878A-C3F14A9D046A}" srcOrd="2" destOrd="0" presId="urn:microsoft.com/office/officeart/2005/8/layout/orgChart1"/>
    <dgm:cxn modelId="{6C99457E-41C2-4848-B55C-7065E5469F2C}" type="presParOf" srcId="{C106E160-22D9-4C99-BD5E-28969C1C2E49}" destId="{5839B575-D71C-4AB5-A9AB-4E479EDAB619}" srcOrd="6" destOrd="0" presId="urn:microsoft.com/office/officeart/2005/8/layout/orgChart1"/>
    <dgm:cxn modelId="{3EAA188B-0C63-4EBD-A8F0-CC717710BA25}" type="presParOf" srcId="{C106E160-22D9-4C99-BD5E-28969C1C2E49}" destId="{C2B97B07-EE9E-4DD0-AB36-2943F2F093C8}" srcOrd="7" destOrd="0" presId="urn:microsoft.com/office/officeart/2005/8/layout/orgChart1"/>
    <dgm:cxn modelId="{DF0BD5E6-CB45-4A80-BC72-99EFD843B004}" type="presParOf" srcId="{C2B97B07-EE9E-4DD0-AB36-2943F2F093C8}" destId="{AA899AEF-371C-4036-ADE1-2092C613B822}" srcOrd="0" destOrd="0" presId="urn:microsoft.com/office/officeart/2005/8/layout/orgChart1"/>
    <dgm:cxn modelId="{648C7D42-9DC3-461F-8598-86888E792CDF}" type="presParOf" srcId="{AA899AEF-371C-4036-ADE1-2092C613B822}" destId="{1B2724EB-98D0-4816-BFE8-FA925A7C37AC}" srcOrd="0" destOrd="0" presId="urn:microsoft.com/office/officeart/2005/8/layout/orgChart1"/>
    <dgm:cxn modelId="{854FBD1D-A9B4-419D-82FC-8AE2DE413025}" type="presParOf" srcId="{AA899AEF-371C-4036-ADE1-2092C613B822}" destId="{A0E6148F-D438-4400-B60F-130D00405C69}" srcOrd="1" destOrd="0" presId="urn:microsoft.com/office/officeart/2005/8/layout/orgChart1"/>
    <dgm:cxn modelId="{A9154DA6-29DF-45FB-900F-7AD3E9BFDE92}" type="presParOf" srcId="{C2B97B07-EE9E-4DD0-AB36-2943F2F093C8}" destId="{2315EA1C-E8CA-4627-8B1F-3E27495F256C}" srcOrd="1" destOrd="0" presId="urn:microsoft.com/office/officeart/2005/8/layout/orgChart1"/>
    <dgm:cxn modelId="{5C031C54-631F-4853-B6F4-E1393786F2AA}" type="presParOf" srcId="{2315EA1C-E8CA-4627-8B1F-3E27495F256C}" destId="{AF20F25B-CA15-4D66-AE4D-2797E2B4489D}" srcOrd="0" destOrd="0" presId="urn:microsoft.com/office/officeart/2005/8/layout/orgChart1"/>
    <dgm:cxn modelId="{F337930D-C776-42ED-A161-53E4397A5226}" type="presParOf" srcId="{2315EA1C-E8CA-4627-8B1F-3E27495F256C}" destId="{50849DBF-2960-45A8-A96F-681E7D77C634}" srcOrd="1" destOrd="0" presId="urn:microsoft.com/office/officeart/2005/8/layout/orgChart1"/>
    <dgm:cxn modelId="{F92C071B-F7B9-4C0C-B076-601904B9B728}" type="presParOf" srcId="{50849DBF-2960-45A8-A96F-681E7D77C634}" destId="{36D98E2D-8BC1-4623-AF88-84D45A055389}" srcOrd="0" destOrd="0" presId="urn:microsoft.com/office/officeart/2005/8/layout/orgChart1"/>
    <dgm:cxn modelId="{10CEDADF-C972-4700-B1C5-1520F6CC5634}" type="presParOf" srcId="{36D98E2D-8BC1-4623-AF88-84D45A055389}" destId="{B8D32907-C527-4328-B72B-73583B6CF630}" srcOrd="0" destOrd="0" presId="urn:microsoft.com/office/officeart/2005/8/layout/orgChart1"/>
    <dgm:cxn modelId="{030E8283-9B29-4C6C-B338-A79D7DEF03CB}" type="presParOf" srcId="{36D98E2D-8BC1-4623-AF88-84D45A055389}" destId="{9F966554-688A-408F-8903-69FBC2014C6F}" srcOrd="1" destOrd="0" presId="urn:microsoft.com/office/officeart/2005/8/layout/orgChart1"/>
    <dgm:cxn modelId="{010FA827-0A4D-4F4C-AAA5-EDDEDC19C526}" type="presParOf" srcId="{50849DBF-2960-45A8-A96F-681E7D77C634}" destId="{92D73119-C076-42CA-BD1B-3ADDA29EC7FA}" srcOrd="1" destOrd="0" presId="urn:microsoft.com/office/officeart/2005/8/layout/orgChart1"/>
    <dgm:cxn modelId="{ED736C64-137F-4EAE-9C5A-7D29B7E44BB0}" type="presParOf" srcId="{50849DBF-2960-45A8-A96F-681E7D77C634}" destId="{3B4F2FFC-0CB0-40F6-B42A-431430A0D291}" srcOrd="2" destOrd="0" presId="urn:microsoft.com/office/officeart/2005/8/layout/orgChart1"/>
    <dgm:cxn modelId="{8FFDA399-71B8-49AF-921F-806D436D946D}" type="presParOf" srcId="{C2B97B07-EE9E-4DD0-AB36-2943F2F093C8}" destId="{435D841E-6773-4047-A55F-1EFEC73C52A6}" srcOrd="2" destOrd="0" presId="urn:microsoft.com/office/officeart/2005/8/layout/orgChart1"/>
    <dgm:cxn modelId="{DEDEBCC6-0519-40C7-9A38-BB947C4F7259}" type="presParOf" srcId="{A03DC47B-8C84-41CA-A676-C70302A00028}" destId="{A5264286-6249-4152-8711-C8B80DD9335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20F25B-CA15-4D66-AE4D-2797E2B4489D}">
      <dsp:nvSpPr>
        <dsp:cNvPr id="0" name=""/>
        <dsp:cNvSpPr/>
      </dsp:nvSpPr>
      <dsp:spPr>
        <a:xfrm>
          <a:off x="8286845" y="3365712"/>
          <a:ext cx="211056" cy="1371812"/>
        </a:xfrm>
        <a:custGeom>
          <a:avLst/>
          <a:gdLst/>
          <a:ahLst/>
          <a:cxnLst/>
          <a:rect l="0" t="0" r="0" b="0"/>
          <a:pathLst>
            <a:path>
              <a:moveTo>
                <a:pt x="0" y="0"/>
              </a:moveTo>
              <a:lnTo>
                <a:pt x="0" y="1371812"/>
              </a:lnTo>
              <a:lnTo>
                <a:pt x="211056" y="137181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39B575-D71C-4AB5-A9AB-4E479EDAB619}">
      <dsp:nvSpPr>
        <dsp:cNvPr id="0" name=""/>
        <dsp:cNvSpPr/>
      </dsp:nvSpPr>
      <dsp:spPr>
        <a:xfrm>
          <a:off x="4779506" y="1642140"/>
          <a:ext cx="4070154" cy="1020052"/>
        </a:xfrm>
        <a:custGeom>
          <a:avLst/>
          <a:gdLst/>
          <a:ahLst/>
          <a:cxnLst/>
          <a:rect l="0" t="0" r="0" b="0"/>
          <a:pathLst>
            <a:path>
              <a:moveTo>
                <a:pt x="0" y="0"/>
              </a:moveTo>
              <a:lnTo>
                <a:pt x="0" y="510026"/>
              </a:lnTo>
              <a:lnTo>
                <a:pt x="4070154" y="510026"/>
              </a:lnTo>
              <a:lnTo>
                <a:pt x="4070154" y="102005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B52A06-1856-49CB-8BDD-A95BF7FF7CED}">
      <dsp:nvSpPr>
        <dsp:cNvPr id="0" name=""/>
        <dsp:cNvSpPr/>
      </dsp:nvSpPr>
      <dsp:spPr>
        <a:xfrm>
          <a:off x="5859752" y="3365712"/>
          <a:ext cx="211056" cy="1371812"/>
        </a:xfrm>
        <a:custGeom>
          <a:avLst/>
          <a:gdLst/>
          <a:ahLst/>
          <a:cxnLst/>
          <a:rect l="0" t="0" r="0" b="0"/>
          <a:pathLst>
            <a:path>
              <a:moveTo>
                <a:pt x="0" y="0"/>
              </a:moveTo>
              <a:lnTo>
                <a:pt x="0" y="1371812"/>
              </a:lnTo>
              <a:lnTo>
                <a:pt x="211056" y="137181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4145FB-1193-4697-AA3C-1D6A121291A7}">
      <dsp:nvSpPr>
        <dsp:cNvPr id="0" name=""/>
        <dsp:cNvSpPr/>
      </dsp:nvSpPr>
      <dsp:spPr>
        <a:xfrm>
          <a:off x="4779506" y="1642140"/>
          <a:ext cx="1643061" cy="1020052"/>
        </a:xfrm>
        <a:custGeom>
          <a:avLst/>
          <a:gdLst/>
          <a:ahLst/>
          <a:cxnLst/>
          <a:rect l="0" t="0" r="0" b="0"/>
          <a:pathLst>
            <a:path>
              <a:moveTo>
                <a:pt x="0" y="0"/>
              </a:moveTo>
              <a:lnTo>
                <a:pt x="0" y="510026"/>
              </a:lnTo>
              <a:lnTo>
                <a:pt x="1643061" y="510026"/>
              </a:lnTo>
              <a:lnTo>
                <a:pt x="1643061" y="102005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5E0328-2781-4A24-BB4E-49FCE99A64C9}">
      <dsp:nvSpPr>
        <dsp:cNvPr id="0" name=""/>
        <dsp:cNvSpPr/>
      </dsp:nvSpPr>
      <dsp:spPr>
        <a:xfrm>
          <a:off x="3432658" y="3365712"/>
          <a:ext cx="211056" cy="1371812"/>
        </a:xfrm>
        <a:custGeom>
          <a:avLst/>
          <a:gdLst/>
          <a:ahLst/>
          <a:cxnLst/>
          <a:rect l="0" t="0" r="0" b="0"/>
          <a:pathLst>
            <a:path>
              <a:moveTo>
                <a:pt x="0" y="0"/>
              </a:moveTo>
              <a:lnTo>
                <a:pt x="0" y="1371812"/>
              </a:lnTo>
              <a:lnTo>
                <a:pt x="211056" y="137181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CD8D65-1856-4D76-A94B-6CE53C180F41}">
      <dsp:nvSpPr>
        <dsp:cNvPr id="0" name=""/>
        <dsp:cNvSpPr/>
      </dsp:nvSpPr>
      <dsp:spPr>
        <a:xfrm>
          <a:off x="3995475" y="1642140"/>
          <a:ext cx="784031" cy="1020052"/>
        </a:xfrm>
        <a:custGeom>
          <a:avLst/>
          <a:gdLst/>
          <a:ahLst/>
          <a:cxnLst/>
          <a:rect l="0" t="0" r="0" b="0"/>
          <a:pathLst>
            <a:path>
              <a:moveTo>
                <a:pt x="784031" y="0"/>
              </a:moveTo>
              <a:lnTo>
                <a:pt x="784031" y="510026"/>
              </a:lnTo>
              <a:lnTo>
                <a:pt x="0" y="510026"/>
              </a:lnTo>
              <a:lnTo>
                <a:pt x="0" y="102005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84F8AE-CFED-4708-8411-0D16054001C8}">
      <dsp:nvSpPr>
        <dsp:cNvPr id="0" name=""/>
        <dsp:cNvSpPr/>
      </dsp:nvSpPr>
      <dsp:spPr>
        <a:xfrm>
          <a:off x="146535" y="3365712"/>
          <a:ext cx="211056" cy="1586570"/>
        </a:xfrm>
        <a:custGeom>
          <a:avLst/>
          <a:gdLst/>
          <a:ahLst/>
          <a:cxnLst/>
          <a:rect l="0" t="0" r="0" b="0"/>
          <a:pathLst>
            <a:path>
              <a:moveTo>
                <a:pt x="0" y="0"/>
              </a:moveTo>
              <a:lnTo>
                <a:pt x="0" y="1586570"/>
              </a:lnTo>
              <a:lnTo>
                <a:pt x="211056" y="158657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82DCD4-A905-407A-B065-83A0756E2761}">
      <dsp:nvSpPr>
        <dsp:cNvPr id="0" name=""/>
        <dsp:cNvSpPr/>
      </dsp:nvSpPr>
      <dsp:spPr>
        <a:xfrm>
          <a:off x="709352" y="1642140"/>
          <a:ext cx="4070154" cy="1020052"/>
        </a:xfrm>
        <a:custGeom>
          <a:avLst/>
          <a:gdLst/>
          <a:ahLst/>
          <a:cxnLst/>
          <a:rect l="0" t="0" r="0" b="0"/>
          <a:pathLst>
            <a:path>
              <a:moveTo>
                <a:pt x="4070154" y="0"/>
              </a:moveTo>
              <a:lnTo>
                <a:pt x="4070154" y="510026"/>
              </a:lnTo>
              <a:lnTo>
                <a:pt x="0" y="510026"/>
              </a:lnTo>
              <a:lnTo>
                <a:pt x="0" y="102005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0EAEBE-87B3-4220-97A8-306FD68920D0}">
      <dsp:nvSpPr>
        <dsp:cNvPr id="0" name=""/>
        <dsp:cNvSpPr/>
      </dsp:nvSpPr>
      <dsp:spPr>
        <a:xfrm>
          <a:off x="3043547" y="597606"/>
          <a:ext cx="3471918" cy="1044533"/>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s-MX" sz="3700" kern="1200" dirty="0"/>
            <a:t>SUMINISTRO</a:t>
          </a:r>
          <a:endParaRPr lang="en-US" sz="3700" kern="1200" dirty="0"/>
        </a:p>
      </dsp:txBody>
      <dsp:txXfrm>
        <a:off x="3043547" y="597606"/>
        <a:ext cx="3471918" cy="1044533"/>
      </dsp:txXfrm>
    </dsp:sp>
    <dsp:sp modelId="{D770E1E0-8674-4776-B27A-F19AADC89848}">
      <dsp:nvSpPr>
        <dsp:cNvPr id="0" name=""/>
        <dsp:cNvSpPr/>
      </dsp:nvSpPr>
      <dsp:spPr>
        <a:xfrm>
          <a:off x="5831" y="2662192"/>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s-MX" sz="3700" kern="1200" dirty="0"/>
            <a:t>23kV</a:t>
          </a:r>
          <a:endParaRPr lang="en-US" sz="3700" kern="1200" dirty="0"/>
        </a:p>
      </dsp:txBody>
      <dsp:txXfrm>
        <a:off x="5831" y="2662192"/>
        <a:ext cx="1407040" cy="703520"/>
      </dsp:txXfrm>
    </dsp:sp>
    <dsp:sp modelId="{28074841-6BE0-4C3B-90CC-203DD235B953}">
      <dsp:nvSpPr>
        <dsp:cNvPr id="0" name=""/>
        <dsp:cNvSpPr/>
      </dsp:nvSpPr>
      <dsp:spPr>
        <a:xfrm>
          <a:off x="357591" y="4385765"/>
          <a:ext cx="2266070" cy="113303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MX" sz="1200" kern="1200" dirty="0" err="1"/>
            <a:t>Alimentacion</a:t>
          </a:r>
          <a:r>
            <a:rPr lang="es-MX" sz="1200" kern="1200" dirty="0"/>
            <a:t> “normal” suministrada a las subestaciones de alumbrado y fuerza en </a:t>
          </a:r>
          <a:r>
            <a:rPr lang="es-MX" sz="1200" kern="1200" dirty="0" err="1"/>
            <a:t>Lineas</a:t>
          </a:r>
          <a:r>
            <a:rPr lang="es-MX" sz="1200" kern="1200" dirty="0"/>
            <a:t> 4,5,6,7 y 9, mediante 2 circuitos de cables</a:t>
          </a:r>
          <a:endParaRPr lang="en-US" sz="1200" kern="1200" dirty="0"/>
        </a:p>
      </dsp:txBody>
      <dsp:txXfrm>
        <a:off x="357591" y="4385765"/>
        <a:ext cx="2266070" cy="1133035"/>
      </dsp:txXfrm>
    </dsp:sp>
    <dsp:sp modelId="{736B62A2-27F8-4703-857A-21A060CB712F}">
      <dsp:nvSpPr>
        <dsp:cNvPr id="0" name=""/>
        <dsp:cNvSpPr/>
      </dsp:nvSpPr>
      <dsp:spPr>
        <a:xfrm>
          <a:off x="3291954" y="2662192"/>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s-MX" sz="3700" kern="1200" dirty="0"/>
            <a:t>15kV</a:t>
          </a:r>
          <a:endParaRPr lang="en-US" sz="3700" kern="1200" dirty="0"/>
        </a:p>
      </dsp:txBody>
      <dsp:txXfrm>
        <a:off x="3291954" y="2662192"/>
        <a:ext cx="1407040" cy="703520"/>
      </dsp:txXfrm>
    </dsp:sp>
    <dsp:sp modelId="{1A25C88F-279E-4219-A6D3-ED32532DCBF5}">
      <dsp:nvSpPr>
        <dsp:cNvPr id="0" name=""/>
        <dsp:cNvSpPr/>
      </dsp:nvSpPr>
      <dsp:spPr>
        <a:xfrm>
          <a:off x="3643715" y="4385765"/>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MX" sz="1200" kern="1200" dirty="0" err="1"/>
            <a:t>Lineas</a:t>
          </a:r>
          <a:r>
            <a:rPr lang="es-MX" sz="1200" kern="1200" dirty="0"/>
            <a:t> 1,2 y 3</a:t>
          </a:r>
          <a:endParaRPr lang="en-US" sz="1200" kern="1200" dirty="0"/>
        </a:p>
      </dsp:txBody>
      <dsp:txXfrm>
        <a:off x="3643715" y="4385765"/>
        <a:ext cx="1407040" cy="703520"/>
      </dsp:txXfrm>
    </dsp:sp>
    <dsp:sp modelId="{592D1202-DAB1-44BE-928C-FB0ECDC39CE8}">
      <dsp:nvSpPr>
        <dsp:cNvPr id="0" name=""/>
        <dsp:cNvSpPr/>
      </dsp:nvSpPr>
      <dsp:spPr>
        <a:xfrm>
          <a:off x="5719048" y="2662192"/>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s-MX" sz="3700" kern="1200" dirty="0"/>
            <a:t>85kV</a:t>
          </a:r>
          <a:endParaRPr lang="en-US" sz="3700" kern="1200" dirty="0"/>
        </a:p>
      </dsp:txBody>
      <dsp:txXfrm>
        <a:off x="5719048" y="2662192"/>
        <a:ext cx="1407040" cy="703520"/>
      </dsp:txXfrm>
    </dsp:sp>
    <dsp:sp modelId="{C85AC043-4997-4815-BC99-18A1265B40CF}">
      <dsp:nvSpPr>
        <dsp:cNvPr id="0" name=""/>
        <dsp:cNvSpPr/>
      </dsp:nvSpPr>
      <dsp:spPr>
        <a:xfrm>
          <a:off x="6070808" y="4385765"/>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MX" sz="1200" kern="1200" dirty="0"/>
            <a:t>1,2 y 3 Trifásicas</a:t>
          </a:r>
          <a:endParaRPr lang="en-US" sz="1200" kern="1200" dirty="0"/>
        </a:p>
      </dsp:txBody>
      <dsp:txXfrm>
        <a:off x="6070808" y="4385765"/>
        <a:ext cx="1407040" cy="703520"/>
      </dsp:txXfrm>
    </dsp:sp>
    <dsp:sp modelId="{1B2724EB-98D0-4816-BFE8-FA925A7C37AC}">
      <dsp:nvSpPr>
        <dsp:cNvPr id="0" name=""/>
        <dsp:cNvSpPr/>
      </dsp:nvSpPr>
      <dsp:spPr>
        <a:xfrm>
          <a:off x="8146141" y="2662192"/>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lvl="0" algn="ctr" defTabSz="1644650">
            <a:lnSpc>
              <a:spcPct val="90000"/>
            </a:lnSpc>
            <a:spcBef>
              <a:spcPct val="0"/>
            </a:spcBef>
            <a:spcAft>
              <a:spcPct val="35000"/>
            </a:spcAft>
          </a:pPr>
          <a:r>
            <a:rPr lang="es-MX" sz="3700" kern="1200" dirty="0"/>
            <a:t>230kV</a:t>
          </a:r>
          <a:endParaRPr lang="en-US" sz="3700" kern="1200" dirty="0"/>
        </a:p>
      </dsp:txBody>
      <dsp:txXfrm>
        <a:off x="8146141" y="2662192"/>
        <a:ext cx="1407040" cy="703520"/>
      </dsp:txXfrm>
    </dsp:sp>
    <dsp:sp modelId="{B8D32907-C527-4328-B72B-73583B6CF630}">
      <dsp:nvSpPr>
        <dsp:cNvPr id="0" name=""/>
        <dsp:cNvSpPr/>
      </dsp:nvSpPr>
      <dsp:spPr>
        <a:xfrm>
          <a:off x="8497901" y="4385765"/>
          <a:ext cx="1407040" cy="703520"/>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MX" sz="1200" kern="1200" dirty="0"/>
            <a:t>8 y B en acometidas</a:t>
          </a:r>
          <a:endParaRPr lang="en-US" sz="1200" kern="1200" dirty="0"/>
        </a:p>
      </dsp:txBody>
      <dsp:txXfrm>
        <a:off x="8497901" y="4385765"/>
        <a:ext cx="1407040" cy="7035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3245946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682875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3890667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866545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352998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3"/>
          <p:cNvSpPr>
            <a:spLocks noGrp="1"/>
          </p:cNvSpPr>
          <p:nvPr>
            <p:ph type="ftr" sz="quarter" idx="11"/>
          </p:nvPr>
        </p:nvSpPr>
        <p:spPr/>
        <p:txBody>
          <a:bodyPr/>
          <a:lstStyle/>
          <a:p>
            <a:endParaRPr lang="es-MX"/>
          </a:p>
        </p:txBody>
      </p:sp>
      <p:sp>
        <p:nvSpPr>
          <p:cNvPr id="6" name="Slide Number Placeholder 4"/>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023320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2"/>
          <p:cNvSpPr>
            <a:spLocks noGrp="1"/>
          </p:cNvSpPr>
          <p:nvPr>
            <p:ph type="ftr" sz="quarter" idx="11"/>
          </p:nvPr>
        </p:nvSpPr>
        <p:spPr/>
        <p:txBody>
          <a:bodyPr/>
          <a:lstStyle/>
          <a:p>
            <a:endParaRPr lang="es-MX"/>
          </a:p>
        </p:txBody>
      </p:sp>
      <p:sp>
        <p:nvSpPr>
          <p:cNvPr id="6" name="Slide Number Placeholder 3"/>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2451300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7" name="Date Placeholder 4"/>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5"/>
          <p:cNvSpPr>
            <a:spLocks noGrp="1"/>
          </p:cNvSpPr>
          <p:nvPr>
            <p:ph type="ftr" sz="quarter" idx="11"/>
          </p:nvPr>
        </p:nvSpPr>
        <p:spPr/>
        <p:txBody>
          <a:bodyPr/>
          <a:lstStyle/>
          <a:p>
            <a:endParaRPr lang="es-MX"/>
          </a:p>
        </p:txBody>
      </p:sp>
      <p:sp>
        <p:nvSpPr>
          <p:cNvPr id="6" name="Slide Number Placeholder 6"/>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3224422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2463710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34082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500225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45579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236359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3350041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4"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4126210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20872592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FB7055-DE2C-47B2-9990-70036BD36998}" type="datetimeFigureOut">
              <a:rPr lang="es-MX" smtClean="0"/>
              <a:pPr/>
              <a:t>20/11/2018</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DCD0340-49F2-412A-B359-2FDE8CC643F2}" type="slidenum">
              <a:rPr lang="es-MX" smtClean="0"/>
              <a:pPr/>
              <a:t>‹Nº›</a:t>
            </a:fld>
            <a:endParaRPr lang="es-MX"/>
          </a:p>
        </p:txBody>
      </p:sp>
    </p:spTree>
    <p:extLst>
      <p:ext uri="{BB962C8B-B14F-4D97-AF65-F5344CB8AC3E}">
        <p14:creationId xmlns:p14="http://schemas.microsoft.com/office/powerpoint/2010/main" val="1018497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cstate="print">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cstate="print">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cstate="print">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cstate="print">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8FB7055-DE2C-47B2-9990-70036BD36998}" type="datetimeFigureOut">
              <a:rPr lang="es-MX" smtClean="0"/>
              <a:pPr/>
              <a:t>20/11/2018</a:t>
            </a:fld>
            <a:endParaRPr lang="es-MX"/>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MX"/>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DCD0340-49F2-412A-B359-2FDE8CC643F2}" type="slidenum">
              <a:rPr lang="es-MX" smtClean="0"/>
              <a:pPr/>
              <a:t>‹Nº›</a:t>
            </a:fld>
            <a:endParaRPr lang="es-MX"/>
          </a:p>
        </p:txBody>
      </p:sp>
    </p:spTree>
    <p:extLst>
      <p:ext uri="{BB962C8B-B14F-4D97-AF65-F5344CB8AC3E}">
        <p14:creationId xmlns:p14="http://schemas.microsoft.com/office/powerpoint/2010/main" val="74077697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9.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galopolismx.com/images/noticias/201702/piden-autoridades-del-metro-priorizar-recursos-para-ampliacion-de-la-linea-9.jpg">
            <a:extLst>
              <a:ext uri="{FF2B5EF4-FFF2-40B4-BE49-F238E27FC236}">
                <a16:creationId xmlns="" xmlns:a16="http://schemas.microsoft.com/office/drawing/2014/main" id="{B60D0340-AF71-4C5B-B8D1-68B4D1CFD2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00445"/>
            <a:ext cx="12396651" cy="92974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0F358B31-5FAD-4E3F-B0F4-0E9947DDA7FB}"/>
              </a:ext>
            </a:extLst>
          </p:cNvPr>
          <p:cNvSpPr txBox="1"/>
          <p:nvPr/>
        </p:nvSpPr>
        <p:spPr>
          <a:xfrm>
            <a:off x="2468879" y="3655967"/>
            <a:ext cx="7458892" cy="2585323"/>
          </a:xfrm>
          <a:prstGeom prst="rect">
            <a:avLst/>
          </a:prstGeom>
          <a:noFill/>
        </p:spPr>
        <p:txBody>
          <a:bodyPr wrap="square" rtlCol="0">
            <a:spAutoFit/>
          </a:bodyPr>
          <a:lstStyle/>
          <a:p>
            <a:pPr algn="ctr"/>
            <a:r>
              <a:rPr lang="es-MX" sz="5400" dirty="0">
                <a:solidFill>
                  <a:srgbClr val="92D050"/>
                </a:solidFill>
                <a:effectLst>
                  <a:outerShdw blurRad="38100" dist="38100" dir="2700000" algn="tl">
                    <a:srgbClr val="000000">
                      <a:alpha val="43137"/>
                    </a:srgbClr>
                  </a:outerShdw>
                </a:effectLst>
                <a:latin typeface="Bahnschrift" panose="020B0502040204020203" pitchFamily="34" charset="0"/>
              </a:rPr>
              <a:t>STCM CONTROL Y DISTRIBUCIÓN DE LA ENERGIA</a:t>
            </a:r>
            <a:endParaRPr lang="en-US" sz="5400" dirty="0">
              <a:solidFill>
                <a:srgbClr val="92D050"/>
              </a:solidFill>
              <a:effectLst>
                <a:outerShdw blurRad="38100" dist="38100" dir="2700000" algn="tl">
                  <a:srgbClr val="000000">
                    <a:alpha val="43137"/>
                  </a:srgbClr>
                </a:outerShdw>
              </a:effectLst>
              <a:latin typeface="Bahnschrift" panose="020B0502040204020203" pitchFamily="34" charset="0"/>
            </a:endParaRPr>
          </a:p>
        </p:txBody>
      </p:sp>
    </p:spTree>
    <p:extLst>
      <p:ext uri="{BB962C8B-B14F-4D97-AF65-F5344CB8AC3E}">
        <p14:creationId xmlns:p14="http://schemas.microsoft.com/office/powerpoint/2010/main" val="8437923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endParaRPr lang="es-MX"/>
          </a:p>
        </p:txBody>
      </p:sp>
      <p:sp>
        <p:nvSpPr>
          <p:cNvPr id="5" name="4 Marcador de texto"/>
          <p:cNvSpPr>
            <a:spLocks noGrp="1"/>
          </p:cNvSpPr>
          <p:nvPr>
            <p:ph type="body" idx="1"/>
          </p:nvPr>
        </p:nvSpPr>
        <p:spPr/>
        <p:txBody>
          <a:bodyPr/>
          <a:lstStyle/>
          <a:p>
            <a:endParaRPr lang="es-MX"/>
          </a:p>
        </p:txBody>
      </p:sp>
      <p:sp>
        <p:nvSpPr>
          <p:cNvPr id="6" name="5 Marcador de contenido"/>
          <p:cNvSpPr>
            <a:spLocks noGrp="1"/>
          </p:cNvSpPr>
          <p:nvPr>
            <p:ph sz="half" idx="2"/>
          </p:nvPr>
        </p:nvSpPr>
        <p:spPr/>
        <p:txBody>
          <a:bodyPr/>
          <a:lstStyle/>
          <a:p>
            <a:r>
              <a:rPr lang="es-MX" dirty="0"/>
              <a:t>La republica mexicana esta dividida en 8 zonas de operación de las cuales 6 están interconectadas para efectos de compensación por falta de suministro y las dos restantes operan al margen de las demás</a:t>
            </a:r>
          </a:p>
          <a:p>
            <a:endParaRPr lang="es-MX" dirty="0"/>
          </a:p>
        </p:txBody>
      </p:sp>
      <p:sp>
        <p:nvSpPr>
          <p:cNvPr id="7" name="6 Marcador de texto"/>
          <p:cNvSpPr>
            <a:spLocks noGrp="1"/>
          </p:cNvSpPr>
          <p:nvPr>
            <p:ph type="body" sz="quarter" idx="3"/>
          </p:nvPr>
        </p:nvSpPr>
        <p:spPr/>
        <p:txBody>
          <a:bodyPr/>
          <a:lstStyle/>
          <a:p>
            <a:endParaRPr lang="es-MX"/>
          </a:p>
        </p:txBody>
      </p:sp>
      <p:pic>
        <p:nvPicPr>
          <p:cNvPr id="9" name="Marcador de contenido 11"/>
          <p:cNvPicPr>
            <a:picLocks noGrp="1" noChangeAspect="1" noChangeArrowheads="1"/>
          </p:cNvPicPr>
          <p:nvPr>
            <p:ph sz="quarter" idx="4"/>
          </p:nvPr>
        </p:nvPicPr>
        <p:blipFill>
          <a:blip r:embed="rId2" cstate="print"/>
          <a:srcRect/>
          <a:stretch>
            <a:fillRect/>
          </a:stretch>
        </p:blipFill>
        <p:spPr>
          <a:xfrm>
            <a:off x="6271419" y="2782389"/>
            <a:ext cx="3744656" cy="2774655"/>
          </a:xfr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625442-177C-452F-8B91-0D85BF579629}"/>
              </a:ext>
            </a:extLst>
          </p:cNvPr>
          <p:cNvSpPr>
            <a:spLocks noGrp="1"/>
          </p:cNvSpPr>
          <p:nvPr>
            <p:ph type="title"/>
          </p:nvPr>
        </p:nvSpPr>
        <p:spPr>
          <a:xfrm>
            <a:off x="2364376" y="6470404"/>
            <a:ext cx="9882552" cy="775191"/>
          </a:xfrm>
        </p:spPr>
        <p:style>
          <a:lnRef idx="2">
            <a:schemeClr val="dk1"/>
          </a:lnRef>
          <a:fillRef idx="1">
            <a:schemeClr val="lt1"/>
          </a:fillRef>
          <a:effectRef idx="0">
            <a:schemeClr val="dk1"/>
          </a:effectRef>
          <a:fontRef idx="minor">
            <a:schemeClr val="dk1"/>
          </a:fontRef>
        </p:style>
        <p:txBody>
          <a:bodyPr/>
          <a:lstStyle/>
          <a:p>
            <a:r>
              <a:rPr lang="es-MX" sz="2000" dirty="0"/>
              <a:t>Distribución de las zonas de Operación de CFE</a:t>
            </a:r>
            <a:endParaRPr lang="en-US" sz="2000" dirty="0"/>
          </a:p>
        </p:txBody>
      </p:sp>
      <p:pic>
        <p:nvPicPr>
          <p:cNvPr id="4" name="Picture 3">
            <a:extLst>
              <a:ext uri="{FF2B5EF4-FFF2-40B4-BE49-F238E27FC236}">
                <a16:creationId xmlns="" xmlns:a16="http://schemas.microsoft.com/office/drawing/2014/main" id="{D50408AF-8791-4FE8-9F81-AE8CF58B5506}"/>
              </a:ext>
            </a:extLst>
          </p:cNvPr>
          <p:cNvPicPr>
            <a:picLocks noChangeAspect="1"/>
          </p:cNvPicPr>
          <p:nvPr/>
        </p:nvPicPr>
        <p:blipFill rotWithShape="1">
          <a:blip r:embed="rId2" cstate="print"/>
          <a:srcRect l="30635" t="13333" r="26151" b="23238"/>
          <a:stretch/>
        </p:blipFill>
        <p:spPr>
          <a:xfrm>
            <a:off x="2364376" y="0"/>
            <a:ext cx="7080070" cy="6494939"/>
          </a:xfrm>
          <a:prstGeom prst="rect">
            <a:avLst/>
          </a:prstGeom>
        </p:spPr>
      </p:pic>
    </p:spTree>
    <p:extLst>
      <p:ext uri="{BB962C8B-B14F-4D97-AF65-F5344CB8AC3E}">
        <p14:creationId xmlns:p14="http://schemas.microsoft.com/office/powerpoint/2010/main" val="28997505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texto"/>
          <p:cNvSpPr>
            <a:spLocks noGrp="1"/>
          </p:cNvSpPr>
          <p:nvPr>
            <p:ph type="body" idx="1"/>
          </p:nvPr>
        </p:nvSpPr>
        <p:spPr/>
        <p:txBody>
          <a:bodyPr/>
          <a:lstStyle/>
          <a:p>
            <a:endParaRPr lang="es-MX"/>
          </a:p>
        </p:txBody>
      </p:sp>
      <p:sp>
        <p:nvSpPr>
          <p:cNvPr id="4" name="3 Marcador de contenido"/>
          <p:cNvSpPr>
            <a:spLocks noGrp="1"/>
          </p:cNvSpPr>
          <p:nvPr>
            <p:ph sz="half" idx="2"/>
          </p:nvPr>
        </p:nvSpPr>
        <p:spPr/>
        <p:txBody>
          <a:bodyPr/>
          <a:lstStyle/>
          <a:p>
            <a:r>
              <a:rPr lang="es-MX" dirty="0"/>
              <a:t>La energía eléctrica utilizada para las líneas 1,2,3 es suministrada trifásicamente a 85KV a 60HZ por la CFE a la estación de potencia buen tono ubicada en el (P.C.C.1) Con dirección Delicias 67. colonia centro CDMX.</a:t>
            </a:r>
          </a:p>
          <a:p>
            <a:endParaRPr lang="es-MX" dirty="0"/>
          </a:p>
        </p:txBody>
      </p:sp>
      <p:sp>
        <p:nvSpPr>
          <p:cNvPr id="5" name="4 Marcador de texto"/>
          <p:cNvSpPr>
            <a:spLocks noGrp="1"/>
          </p:cNvSpPr>
          <p:nvPr>
            <p:ph type="body" sz="quarter" idx="3"/>
          </p:nvPr>
        </p:nvSpPr>
        <p:spPr/>
        <p:txBody>
          <a:bodyPr/>
          <a:lstStyle/>
          <a:p>
            <a:endParaRPr lang="es-MX"/>
          </a:p>
        </p:txBody>
      </p:sp>
      <p:pic>
        <p:nvPicPr>
          <p:cNvPr id="7" name="Marcador de contenido 7"/>
          <p:cNvPicPr>
            <a:picLocks noGrp="1" noChangeAspect="1" noChangeArrowheads="1"/>
          </p:cNvPicPr>
          <p:nvPr>
            <p:ph sz="quarter" idx="4"/>
          </p:nvPr>
        </p:nvPicPr>
        <p:blipFill>
          <a:blip r:embed="rId2" cstate="print"/>
          <a:srcRect/>
          <a:stretch>
            <a:fillRect/>
          </a:stretch>
        </p:blipFill>
        <p:spPr>
          <a:xfrm>
            <a:off x="5706926" y="2718555"/>
            <a:ext cx="4395788" cy="2105919"/>
          </a:xfr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CONTROL Y DISTRIBUCION DE LA ENERGIA</a:t>
            </a:r>
          </a:p>
        </p:txBody>
      </p:sp>
      <p:sp>
        <p:nvSpPr>
          <p:cNvPr id="3" name="Marcador de contenido 2"/>
          <p:cNvSpPr>
            <a:spLocks noGrp="1"/>
          </p:cNvSpPr>
          <p:nvPr>
            <p:ph idx="1"/>
          </p:nvPr>
        </p:nvSpPr>
        <p:spPr>
          <a:xfrm>
            <a:off x="1103312" y="2052918"/>
            <a:ext cx="10000117" cy="4517699"/>
          </a:xfrm>
        </p:spPr>
        <p:txBody>
          <a:bodyPr>
            <a:normAutofit/>
          </a:bodyPr>
          <a:lstStyle/>
          <a:p>
            <a:r>
              <a:rPr lang="es-ES" dirty="0"/>
              <a:t>Administrar el suministro de la energía eléctrica necesaria para el funcionamiento de todos los equipos e instalaciones fijas del Sistema de Transporte Colectivo, garantizando su disponibilidad para las áreas usuarias </a:t>
            </a:r>
          </a:p>
          <a:p>
            <a:r>
              <a:rPr lang="es-ES" dirty="0"/>
              <a:t>Coordinar los procesos de recepción, transformación, distribución y control de la energía eléctrica necesaria para el funcionamiento de todas las instalaciones y equipos del Sistema de Transporte Colectivo. </a:t>
            </a:r>
          </a:p>
          <a:p>
            <a:r>
              <a:rPr lang="es-ES" dirty="0"/>
              <a:t>-Operar los equipos e instalaciones destinados a recibir, transformar y distribuir la energía eléctrica. </a:t>
            </a:r>
          </a:p>
          <a:p>
            <a:r>
              <a:rPr lang="es-ES" dirty="0"/>
              <a:t>-Efectuar pruebas de funcionamiento a los equipos de recepción, transformación, distribución y control de energía eléctrica, conjuntamente con el personal técnico autorizado. </a:t>
            </a:r>
            <a:br>
              <a:rPr lang="es-ES" dirty="0"/>
            </a:br>
            <a:endParaRPr lang="es-MX" dirty="0"/>
          </a:p>
        </p:txBody>
      </p:sp>
    </p:spTree>
    <p:extLst>
      <p:ext uri="{BB962C8B-B14F-4D97-AF65-F5344CB8AC3E}">
        <p14:creationId xmlns:p14="http://schemas.microsoft.com/office/powerpoint/2010/main" val="2630483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pPr marL="0" indent="0">
              <a:buFont typeface="Arial" charset="0"/>
              <a:buNone/>
            </a:pPr>
            <a:r>
              <a:rPr lang="es-MX" dirty="0"/>
              <a:t>La energía eléctrica se recibe de la CFE, a partir de las subestaciones </a:t>
            </a:r>
            <a:r>
              <a:rPr lang="es-MX" dirty="0" err="1"/>
              <a:t>Nonoalco</a:t>
            </a:r>
            <a:r>
              <a:rPr lang="es-MX" dirty="0"/>
              <a:t> y  Jamaica , las cuales se encuentran diametralmente opuestas y forman parte del anillo de 85Kv. Que rodea a la ciudad de México.(HPOF) Se utilizan dos cables subterráneos armados cada uno dentro de un tubo de acero con aceite a presión y  aislamiento de papel impregnado, con un calibre de 800m.c.m y capacidad de 100MVA.</a:t>
            </a:r>
          </a:p>
          <a:p>
            <a:pPr marL="0" indent="0">
              <a:buFont typeface="Arial" charset="0"/>
              <a:buNone/>
            </a:pPr>
            <a:r>
              <a:rPr lang="es-MX" dirty="0"/>
              <a:t>El aceite a presión sobre el cable y dentro del tubo esta controlado por dos estaciones de bombeo en las cabeceras del cable una en el PCC1 y la otra indispensable para cada cable y otra en la SEP de </a:t>
            </a:r>
            <a:r>
              <a:rPr lang="es-MX" dirty="0" err="1"/>
              <a:t>Nonoalco</a:t>
            </a:r>
            <a:r>
              <a:rPr lang="es-MX" dirty="0"/>
              <a:t> y en Jamaica </a:t>
            </a:r>
          </a:p>
          <a:p>
            <a:endParaRPr lang="es-MX"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4638" y="482173"/>
            <a:ext cx="3859081" cy="5045416"/>
          </a:xfrm>
        </p:spPr>
        <p:txBody>
          <a:bodyPr>
            <a:normAutofit fontScale="92500" lnSpcReduction="10000"/>
          </a:bodyPr>
          <a:lstStyle/>
          <a:p>
            <a:pPr marL="0" indent="0">
              <a:buNone/>
            </a:pPr>
            <a:r>
              <a:rPr lang="es-MX" sz="3200" dirty="0"/>
              <a:t> EN GENERAL SE COMPONE EL SISTEMA POR</a:t>
            </a:r>
          </a:p>
          <a:p>
            <a:pPr marL="0" indent="0">
              <a:buNone/>
            </a:pPr>
            <a:r>
              <a:rPr lang="es-MX" sz="3200" dirty="0"/>
              <a:t> Subestaciones Nonoalco y Jamaica</a:t>
            </a:r>
          </a:p>
          <a:p>
            <a:pPr marL="0" indent="0">
              <a:buNone/>
            </a:pPr>
            <a:r>
              <a:rPr lang="es-MX" sz="3200" dirty="0" err="1"/>
              <a:t>Semisubestaciones</a:t>
            </a:r>
            <a:r>
              <a:rPr lang="es-MX" sz="3200" dirty="0"/>
              <a:t> </a:t>
            </a:r>
            <a:r>
              <a:rPr lang="es-MX" sz="3200" dirty="0" err="1" smtClean="0"/>
              <a:t>Buentono</a:t>
            </a:r>
            <a:r>
              <a:rPr lang="es-MX" sz="3200" dirty="0" smtClean="0"/>
              <a:t>, Estrella y </a:t>
            </a:r>
            <a:r>
              <a:rPr lang="es-MX" sz="3200" dirty="0" err="1" smtClean="0"/>
              <a:t>Oceania</a:t>
            </a:r>
            <a:r>
              <a:rPr lang="es-MX" sz="3200" dirty="0" smtClean="0"/>
              <a:t>.</a:t>
            </a:r>
            <a:endParaRPr lang="es-MX" sz="3200" dirty="0"/>
          </a:p>
          <a:p>
            <a:pPr marL="0" indent="0">
              <a:buNone/>
            </a:pPr>
            <a:r>
              <a:rPr lang="es-MX" sz="3200" dirty="0"/>
              <a:t>32 subestaciones rectificadoras</a:t>
            </a:r>
          </a:p>
          <a:p>
            <a:endParaRPr lang="es-MX" dirty="0"/>
          </a:p>
        </p:txBody>
      </p:sp>
      <p:pic>
        <p:nvPicPr>
          <p:cNvPr id="8" name="Picture 7">
            <a:extLst>
              <a:ext uri="{FF2B5EF4-FFF2-40B4-BE49-F238E27FC236}">
                <a16:creationId xmlns="" xmlns:a16="http://schemas.microsoft.com/office/drawing/2014/main" id="{6E18B302-61BE-471B-95C9-41C138F11ED0}"/>
              </a:ext>
            </a:extLst>
          </p:cNvPr>
          <p:cNvPicPr>
            <a:picLocks noChangeAspect="1"/>
          </p:cNvPicPr>
          <p:nvPr/>
        </p:nvPicPr>
        <p:blipFill rotWithShape="1">
          <a:blip r:embed="rId2" cstate="print"/>
          <a:srcRect l="34564" t="24952" r="32460" b="46477"/>
          <a:stretch/>
        </p:blipFill>
        <p:spPr>
          <a:xfrm>
            <a:off x="4767943" y="2981584"/>
            <a:ext cx="7158446" cy="3876416"/>
          </a:xfrm>
          <a:prstGeom prst="rect">
            <a:avLst/>
          </a:prstGeom>
        </p:spPr>
      </p:pic>
    </p:spTree>
    <p:extLst>
      <p:ext uri="{BB962C8B-B14F-4D97-AF65-F5344CB8AC3E}">
        <p14:creationId xmlns:p14="http://schemas.microsoft.com/office/powerpoint/2010/main" val="32863770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Las Subestaciones se conforman por 5 secciones: </a:t>
            </a:r>
          </a:p>
        </p:txBody>
      </p:sp>
      <p:sp>
        <p:nvSpPr>
          <p:cNvPr id="3" name="Marcador de contenido 2"/>
          <p:cNvSpPr>
            <a:spLocks noGrp="1"/>
          </p:cNvSpPr>
          <p:nvPr>
            <p:ph idx="1"/>
          </p:nvPr>
        </p:nvSpPr>
        <p:spPr/>
        <p:txBody>
          <a:bodyPr>
            <a:normAutofit/>
          </a:bodyPr>
          <a:lstStyle/>
          <a:p>
            <a:pPr marL="0" indent="0">
              <a:buNone/>
            </a:pPr>
            <a:r>
              <a:rPr lang="es-MX" sz="2800" dirty="0"/>
              <a:t>1.-Subestaciones </a:t>
            </a:r>
            <a:r>
              <a:rPr lang="es-MX" sz="2800" dirty="0" err="1"/>
              <a:t>Nonoalco</a:t>
            </a:r>
            <a:r>
              <a:rPr lang="es-MX" sz="2800" dirty="0"/>
              <a:t> y Jamaica</a:t>
            </a:r>
          </a:p>
          <a:p>
            <a:r>
              <a:rPr lang="es-MX" sz="2800" dirty="0"/>
              <a:t>Características:</a:t>
            </a:r>
          </a:p>
          <a:p>
            <a:r>
              <a:rPr lang="es-MX" sz="2800" dirty="0"/>
              <a:t>Arreglo en Anillo</a:t>
            </a:r>
          </a:p>
          <a:p>
            <a:r>
              <a:rPr lang="es-MX" sz="2800" dirty="0"/>
              <a:t>Tensión de Transmisión de 85,000V</a:t>
            </a:r>
          </a:p>
          <a:p>
            <a:r>
              <a:rPr lang="es-MX" sz="2800" dirty="0"/>
              <a:t>Alimentación de conductores tipo HPOF</a:t>
            </a:r>
          </a:p>
        </p:txBody>
      </p:sp>
    </p:spTree>
    <p:extLst>
      <p:ext uri="{BB962C8B-B14F-4D97-AF65-F5344CB8AC3E}">
        <p14:creationId xmlns:p14="http://schemas.microsoft.com/office/powerpoint/2010/main" val="1710225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2.Semisubestaciones A Y B</a:t>
            </a:r>
          </a:p>
        </p:txBody>
      </p:sp>
      <p:sp>
        <p:nvSpPr>
          <p:cNvPr id="3" name="Marcador de contenido 2"/>
          <p:cNvSpPr>
            <a:spLocks noGrp="1"/>
          </p:cNvSpPr>
          <p:nvPr>
            <p:ph idx="1"/>
          </p:nvPr>
        </p:nvSpPr>
        <p:spPr>
          <a:xfrm>
            <a:off x="875201" y="1452027"/>
            <a:ext cx="8946541" cy="4195481"/>
          </a:xfrm>
        </p:spPr>
        <p:txBody>
          <a:bodyPr/>
          <a:lstStyle/>
          <a:p>
            <a:r>
              <a:rPr lang="es-MX" dirty="0"/>
              <a:t>Transformadores reductores de 35,000KVA </a:t>
            </a:r>
            <a:r>
              <a:rPr lang="es-MX" dirty="0" smtClean="0"/>
              <a:t>85KV/15KVV</a:t>
            </a:r>
            <a:endParaRPr lang="es-MX" dirty="0"/>
          </a:p>
          <a:p>
            <a:r>
              <a:rPr lang="es-MX" dirty="0"/>
              <a:t>Barras colectoras de 85 KV</a:t>
            </a:r>
          </a:p>
          <a:p>
            <a:r>
              <a:rPr lang="es-MX" dirty="0"/>
              <a:t>Tres Barras Colectoras de 15KV (2 para alimentar </a:t>
            </a:r>
            <a:r>
              <a:rPr lang="es-MX" dirty="0" err="1"/>
              <a:t>Traccion</a:t>
            </a:r>
            <a:r>
              <a:rPr lang="es-MX" dirty="0"/>
              <a:t> y 1 Para alumbrado y fuerza)</a:t>
            </a:r>
          </a:p>
        </p:txBody>
      </p:sp>
      <p:pic>
        <p:nvPicPr>
          <p:cNvPr id="4" name="Picture 2" descr="https://elbigdata.mx/wp-content/uploads/2016/12/metro-4.jpg">
            <a:extLst>
              <a:ext uri="{FF2B5EF4-FFF2-40B4-BE49-F238E27FC236}">
                <a16:creationId xmlns="" xmlns:a16="http://schemas.microsoft.com/office/drawing/2014/main" id="{78F52DB6-2465-4D1C-A7E8-A2683F3703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8127" y="2852557"/>
            <a:ext cx="6328433" cy="379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55118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sz="half" idx="2"/>
          </p:nvPr>
        </p:nvSpPr>
        <p:spPr>
          <a:xfrm>
            <a:off x="417511" y="447107"/>
            <a:ext cx="4396339" cy="3741738"/>
          </a:xfrm>
        </p:spPr>
        <p:txBody>
          <a:bodyPr>
            <a:normAutofit lnSpcReduction="10000"/>
          </a:bodyPr>
          <a:lstStyle/>
          <a:p>
            <a:pPr algn="just"/>
            <a:r>
              <a:rPr lang="es-MX" dirty="0"/>
              <a:t>La subestación de transformación buen topo instalado dentro del edificio PCC 1, consta de dos subestaciones reductoras iguales las cuales están diametralmente opuestas, son denominadas “A” Y “B” respectivamente. El equipo de 85kv el equipo con el cual están integradas se encuentran en el sótano y niveles bajos del PCC1, en 5 cámaras de seguridad con protección contra incendio diametralmente opuestas unas de otras</a:t>
            </a:r>
          </a:p>
        </p:txBody>
      </p:sp>
      <p:sp>
        <p:nvSpPr>
          <p:cNvPr id="12" name="11 Marcador de contenido"/>
          <p:cNvSpPr>
            <a:spLocks noGrp="1"/>
          </p:cNvSpPr>
          <p:nvPr>
            <p:ph sz="quarter" idx="4"/>
          </p:nvPr>
        </p:nvSpPr>
        <p:spPr>
          <a:xfrm>
            <a:off x="4944479" y="217928"/>
            <a:ext cx="4396339" cy="3741738"/>
          </a:xfrm>
        </p:spPr>
        <p:txBody>
          <a:bodyPr>
            <a:normAutofit fontScale="92500"/>
          </a:bodyPr>
          <a:lstStyle/>
          <a:p>
            <a:pPr algn="just"/>
            <a:r>
              <a:rPr lang="es-MX" dirty="0"/>
              <a:t>Se le denomina subestación lado “A” a la subestación que alimenta por Jamaica y lado “B” a la que alimenta la subestación de </a:t>
            </a:r>
            <a:r>
              <a:rPr lang="es-MX" dirty="0" err="1"/>
              <a:t>Nonoalco</a:t>
            </a:r>
            <a:r>
              <a:rPr lang="es-MX" dirty="0"/>
              <a:t>. Estas dos cuentas con un seccionador que es denominado seccionador rotativo medio (S.R.M) la cual tiene como función interconectar a 85Kv las subestaciones lado “A” y lado “B” para alimentar </a:t>
            </a:r>
            <a:r>
              <a:rPr lang="es-MX" dirty="0" err="1"/>
              <a:t>asi</a:t>
            </a:r>
            <a:r>
              <a:rPr lang="es-MX" dirty="0"/>
              <a:t> con un solo cable las dos subestaciones que ponen en servicio los cuatro transformadores de las dos subestaciones.</a:t>
            </a:r>
          </a:p>
        </p:txBody>
      </p:sp>
      <p:pic>
        <p:nvPicPr>
          <p:cNvPr id="2" name="Picture 1">
            <a:extLst>
              <a:ext uri="{FF2B5EF4-FFF2-40B4-BE49-F238E27FC236}">
                <a16:creationId xmlns="" xmlns:a16="http://schemas.microsoft.com/office/drawing/2014/main" id="{3CB93306-D750-4AE6-B861-C2B543373CB9}"/>
              </a:ext>
            </a:extLst>
          </p:cNvPr>
          <p:cNvPicPr>
            <a:picLocks noChangeAspect="1"/>
          </p:cNvPicPr>
          <p:nvPr/>
        </p:nvPicPr>
        <p:blipFill rotWithShape="1">
          <a:blip r:embed="rId2"/>
          <a:srcRect l="34042" t="33810" r="25893" b="16984"/>
          <a:stretch/>
        </p:blipFill>
        <p:spPr>
          <a:xfrm>
            <a:off x="1066800" y="4079409"/>
            <a:ext cx="3426638" cy="2630243"/>
          </a:xfrm>
          <a:prstGeom prst="rect">
            <a:avLst/>
          </a:prstGeom>
        </p:spPr>
      </p:pic>
      <p:pic>
        <p:nvPicPr>
          <p:cNvPr id="3" name="Picture 2">
            <a:extLst>
              <a:ext uri="{FF2B5EF4-FFF2-40B4-BE49-F238E27FC236}">
                <a16:creationId xmlns="" xmlns:a16="http://schemas.microsoft.com/office/drawing/2014/main" id="{0A7AA591-7A34-4C94-B7C5-00A869DC60D5}"/>
              </a:ext>
            </a:extLst>
          </p:cNvPr>
          <p:cNvPicPr>
            <a:picLocks noChangeAspect="1"/>
          </p:cNvPicPr>
          <p:nvPr/>
        </p:nvPicPr>
        <p:blipFill rotWithShape="1">
          <a:blip r:embed="rId3"/>
          <a:srcRect l="36111" t="43651" r="29365" b="15555"/>
          <a:stretch/>
        </p:blipFill>
        <p:spPr>
          <a:xfrm>
            <a:off x="5463139" y="3995715"/>
            <a:ext cx="3788229" cy="279763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endParaRPr lang="es-MX"/>
          </a:p>
        </p:txBody>
      </p:sp>
      <p:pic>
        <p:nvPicPr>
          <p:cNvPr id="2050" name="Picture 2"/>
          <p:cNvPicPr>
            <a:picLocks noChangeAspect="1" noChangeArrowheads="1"/>
          </p:cNvPicPr>
          <p:nvPr/>
        </p:nvPicPr>
        <p:blipFill>
          <a:blip r:embed="rId2" cstate="print"/>
          <a:srcRect/>
          <a:stretch>
            <a:fillRect/>
          </a:stretch>
        </p:blipFill>
        <p:spPr bwMode="auto">
          <a:xfrm>
            <a:off x="566376" y="1015180"/>
            <a:ext cx="10771047" cy="4281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3.Subestaciones rectificadoras</a:t>
            </a:r>
            <a:endParaRPr lang="es-MX" dirty="0"/>
          </a:p>
        </p:txBody>
      </p:sp>
      <p:sp>
        <p:nvSpPr>
          <p:cNvPr id="3" name="Marcador de contenido 2"/>
          <p:cNvSpPr>
            <a:spLocks noGrp="1"/>
          </p:cNvSpPr>
          <p:nvPr>
            <p:ph idx="1"/>
          </p:nvPr>
        </p:nvSpPr>
        <p:spPr>
          <a:xfrm>
            <a:off x="188912" y="1331259"/>
            <a:ext cx="8946541" cy="4195481"/>
          </a:xfrm>
        </p:spPr>
        <p:txBody>
          <a:bodyPr/>
          <a:lstStyle/>
          <a:p>
            <a:r>
              <a:rPr lang="es-ES" dirty="0"/>
              <a:t>Transformador y Rectificador de silicio de 2500KW enfriado por aire</a:t>
            </a:r>
          </a:p>
          <a:p>
            <a:r>
              <a:rPr lang="es-ES" dirty="0"/>
              <a:t>Conversión de CA en CC (15KVCA – 750VCC)</a:t>
            </a:r>
            <a:endParaRPr lang="es-MX" dirty="0"/>
          </a:p>
        </p:txBody>
      </p:sp>
      <p:pic>
        <p:nvPicPr>
          <p:cNvPr id="4" name="Picture 3">
            <a:extLst>
              <a:ext uri="{FF2B5EF4-FFF2-40B4-BE49-F238E27FC236}">
                <a16:creationId xmlns="" xmlns:a16="http://schemas.microsoft.com/office/drawing/2014/main" id="{CAFEC6D9-BDDC-41DC-86EA-2150624D5EC0}"/>
              </a:ext>
            </a:extLst>
          </p:cNvPr>
          <p:cNvPicPr>
            <a:picLocks noChangeAspect="1"/>
          </p:cNvPicPr>
          <p:nvPr/>
        </p:nvPicPr>
        <p:blipFill rotWithShape="1">
          <a:blip r:embed="rId2" cstate="print"/>
          <a:srcRect l="31825" t="38824" r="28056" b="21334"/>
          <a:stretch/>
        </p:blipFill>
        <p:spPr>
          <a:xfrm>
            <a:off x="2991395" y="2242396"/>
            <a:ext cx="6706742" cy="4162885"/>
          </a:xfrm>
          <a:prstGeom prst="rect">
            <a:avLst/>
          </a:prstGeom>
        </p:spPr>
      </p:pic>
    </p:spTree>
    <p:extLst>
      <p:ext uri="{BB962C8B-B14F-4D97-AF65-F5344CB8AC3E}">
        <p14:creationId xmlns:p14="http://schemas.microsoft.com/office/powerpoint/2010/main" val="5711987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970EBA-6A18-4945-8A09-A2959F8E3CE6}"/>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48F6DFEA-6041-48A9-9888-4F53567449D6}"/>
              </a:ext>
            </a:extLst>
          </p:cNvPr>
          <p:cNvSpPr>
            <a:spLocks noGrp="1"/>
          </p:cNvSpPr>
          <p:nvPr>
            <p:ph idx="1"/>
          </p:nvPr>
        </p:nvSpPr>
        <p:spPr>
          <a:xfrm>
            <a:off x="6374335" y="1356231"/>
            <a:ext cx="5314568" cy="4863993"/>
          </a:xfrm>
        </p:spPr>
        <p:txBody>
          <a:bodyPr/>
          <a:lstStyle/>
          <a:p>
            <a:r>
              <a:rPr lang="es-MX" dirty="0"/>
              <a:t>Las </a:t>
            </a:r>
            <a:r>
              <a:rPr lang="es-MX" dirty="0" smtClean="0"/>
              <a:t>S.R</a:t>
            </a:r>
            <a:r>
              <a:rPr lang="es-MX" dirty="0"/>
              <a:t>.</a:t>
            </a:r>
            <a:r>
              <a:rPr lang="es-MX" dirty="0" smtClean="0"/>
              <a:t> </a:t>
            </a:r>
            <a:r>
              <a:rPr lang="es-MX" dirty="0"/>
              <a:t>están ubicadas en locales situados al exterior, esto quiere decir que no se encuentran en el interior de las estaciones de Línea o túnel, y su instalación interior está formada por grupo de bloques móviles para ser remplazados en caso de alguna avería critica</a:t>
            </a:r>
            <a:endParaRPr lang="en-US" dirty="0"/>
          </a:p>
        </p:txBody>
      </p:sp>
      <p:pic>
        <p:nvPicPr>
          <p:cNvPr id="4" name="Picture 3">
            <a:extLst>
              <a:ext uri="{FF2B5EF4-FFF2-40B4-BE49-F238E27FC236}">
                <a16:creationId xmlns="" xmlns:a16="http://schemas.microsoft.com/office/drawing/2014/main" id="{95922E78-3917-4C78-A554-DDD9064716C1}"/>
              </a:ext>
            </a:extLst>
          </p:cNvPr>
          <p:cNvPicPr>
            <a:picLocks noChangeAspect="1"/>
          </p:cNvPicPr>
          <p:nvPr/>
        </p:nvPicPr>
        <p:blipFill rotWithShape="1">
          <a:blip r:embed="rId2"/>
          <a:srcRect l="33829" t="14762" r="32639" b="21588"/>
          <a:stretch/>
        </p:blipFill>
        <p:spPr>
          <a:xfrm>
            <a:off x="85916" y="31044"/>
            <a:ext cx="5728224" cy="6795912"/>
          </a:xfrm>
          <a:prstGeom prst="rect">
            <a:avLst/>
          </a:prstGeom>
        </p:spPr>
      </p:pic>
    </p:spTree>
    <p:extLst>
      <p:ext uri="{BB962C8B-B14F-4D97-AF65-F5344CB8AC3E}">
        <p14:creationId xmlns:p14="http://schemas.microsoft.com/office/powerpoint/2010/main" val="5266266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8E8C37F1-CBE6-434A-92EB-92753CE5E7EC}"/>
              </a:ext>
            </a:extLst>
          </p:cNvPr>
          <p:cNvPicPr>
            <a:picLocks noChangeAspect="1"/>
          </p:cNvPicPr>
          <p:nvPr/>
        </p:nvPicPr>
        <p:blipFill rotWithShape="1">
          <a:blip r:embed="rId2" cstate="print"/>
          <a:srcRect l="24682" t="20762" r="21032" b="13333"/>
          <a:stretch/>
        </p:blipFill>
        <p:spPr>
          <a:xfrm>
            <a:off x="2364379" y="480259"/>
            <a:ext cx="7772400" cy="5897481"/>
          </a:xfrm>
          <a:prstGeom prst="rect">
            <a:avLst/>
          </a:prstGeom>
        </p:spPr>
      </p:pic>
    </p:spTree>
    <p:extLst>
      <p:ext uri="{BB962C8B-B14F-4D97-AF65-F5344CB8AC3E}">
        <p14:creationId xmlns:p14="http://schemas.microsoft.com/office/powerpoint/2010/main" val="2459263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4.Subestaciones de Alumbrado y Fuerza</a:t>
            </a:r>
            <a:endParaRPr lang="es-MX" dirty="0"/>
          </a:p>
        </p:txBody>
      </p:sp>
      <p:sp>
        <p:nvSpPr>
          <p:cNvPr id="3" name="Marcador de contenido 2"/>
          <p:cNvSpPr>
            <a:spLocks noGrp="1"/>
          </p:cNvSpPr>
          <p:nvPr>
            <p:ph idx="1"/>
          </p:nvPr>
        </p:nvSpPr>
        <p:spPr>
          <a:xfrm>
            <a:off x="1233641" y="2415383"/>
            <a:ext cx="8946541" cy="4195481"/>
          </a:xfrm>
        </p:spPr>
        <p:txBody>
          <a:bodyPr/>
          <a:lstStyle/>
          <a:p>
            <a:r>
              <a:rPr lang="es-ES" dirty="0" smtClean="0"/>
              <a:t>CENTRALIZADO: Puesto de Despacho de Carga (Buen tono, Estrella, </a:t>
            </a:r>
            <a:r>
              <a:rPr lang="es-ES" dirty="0" err="1" smtClean="0"/>
              <a:t>Oceania</a:t>
            </a:r>
            <a:r>
              <a:rPr lang="es-ES" dirty="0" smtClean="0"/>
              <a:t>)</a:t>
            </a:r>
          </a:p>
          <a:p>
            <a:r>
              <a:rPr lang="es-ES" dirty="0" smtClean="0"/>
              <a:t>SISTEMA DESCENTRALIZADO: Capacidad de 250KVA con dos transformadores reductores (1500-220V) para fuerza y para alumbrado Proporcionado por CFE 23 </a:t>
            </a:r>
            <a:r>
              <a:rPr lang="es-ES" dirty="0" err="1" smtClean="0"/>
              <a:t>kV</a:t>
            </a:r>
            <a:r>
              <a:rPr lang="es-ES" dirty="0" smtClean="0"/>
              <a:t>.</a:t>
            </a:r>
            <a:endParaRPr lang="es-MX" dirty="0"/>
          </a:p>
        </p:txBody>
      </p:sp>
      <p:pic>
        <p:nvPicPr>
          <p:cNvPr id="4" name="Picture 3">
            <a:extLst>
              <a:ext uri="{FF2B5EF4-FFF2-40B4-BE49-F238E27FC236}">
                <a16:creationId xmlns="" xmlns:a16="http://schemas.microsoft.com/office/drawing/2014/main" id="{5E2C409A-890F-4FC3-B654-3C1A2D30C84C}"/>
              </a:ext>
            </a:extLst>
          </p:cNvPr>
          <p:cNvPicPr>
            <a:picLocks noChangeAspect="1"/>
          </p:cNvPicPr>
          <p:nvPr/>
        </p:nvPicPr>
        <p:blipFill rotWithShape="1">
          <a:blip r:embed="rId2" cstate="print"/>
          <a:srcRect l="21706" t="44571" r="23889" b="22096"/>
          <a:stretch/>
        </p:blipFill>
        <p:spPr>
          <a:xfrm>
            <a:off x="2421924" y="4226215"/>
            <a:ext cx="6679100" cy="2557643"/>
          </a:xfrm>
          <a:prstGeom prst="rect">
            <a:avLst/>
          </a:prstGeom>
        </p:spPr>
      </p:pic>
    </p:spTree>
    <p:extLst>
      <p:ext uri="{BB962C8B-B14F-4D97-AF65-F5344CB8AC3E}">
        <p14:creationId xmlns:p14="http://schemas.microsoft.com/office/powerpoint/2010/main" val="24073270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7C393FB-2299-4D46-99BE-87D6FAE05FC2}"/>
              </a:ext>
            </a:extLst>
          </p:cNvPr>
          <p:cNvSpPr>
            <a:spLocks noGrp="1"/>
          </p:cNvSpPr>
          <p:nvPr>
            <p:ph idx="1"/>
          </p:nvPr>
        </p:nvSpPr>
        <p:spPr>
          <a:xfrm>
            <a:off x="1103312" y="1005840"/>
            <a:ext cx="9582105" cy="5242559"/>
          </a:xfrm>
        </p:spPr>
        <p:txBody>
          <a:bodyPr>
            <a:normAutofit/>
          </a:bodyPr>
          <a:lstStyle/>
          <a:p>
            <a:pPr algn="just"/>
            <a:r>
              <a:rPr lang="es-MX" sz="2800" dirty="0"/>
              <a:t>La alimentación se da  por medio de buses instalados en cada anden( dos por estación), el sistema esta conectado a 23kV, cuenta con 8 celdas interconectadas entre si.</a:t>
            </a:r>
          </a:p>
          <a:p>
            <a:pPr algn="just"/>
            <a:endParaRPr lang="es-MX" sz="2800" dirty="0"/>
          </a:p>
          <a:p>
            <a:pPr algn="just"/>
            <a:r>
              <a:rPr lang="es-MX" sz="2800" dirty="0"/>
              <a:t>Alimentación de tracción alimentado por subestaciones rectificadoras a través de alimentadores de </a:t>
            </a:r>
            <a:r>
              <a:rPr lang="es-MX" sz="2800" dirty="0" smtClean="0"/>
              <a:t>15kV </a:t>
            </a:r>
            <a:r>
              <a:rPr lang="es-MX" sz="2800" dirty="0"/>
              <a:t>que reduce posteriormente a 750v a las barras colectoras.</a:t>
            </a:r>
            <a:endParaRPr lang="en-US" sz="2800" dirty="0"/>
          </a:p>
        </p:txBody>
      </p:sp>
    </p:spTree>
    <p:extLst>
      <p:ext uri="{BB962C8B-B14F-4D97-AF65-F5344CB8AC3E}">
        <p14:creationId xmlns:p14="http://schemas.microsoft.com/office/powerpoint/2010/main" val="32229590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 xmlns:a16="http://schemas.microsoft.com/office/drawing/2014/main" id="{C0B89E52-ADF6-4B0E-918A-B93CD909FCC9}"/>
              </a:ext>
            </a:extLst>
          </p:cNvPr>
          <p:cNvGraphicFramePr/>
          <p:nvPr>
            <p:extLst>
              <p:ext uri="{D42A27DB-BD31-4B8C-83A1-F6EECF244321}">
                <p14:modId xmlns:p14="http://schemas.microsoft.com/office/powerpoint/2010/main" val="2045022007"/>
              </p:ext>
            </p:extLst>
          </p:nvPr>
        </p:nvGraphicFramePr>
        <p:xfrm>
          <a:off x="927463" y="192952"/>
          <a:ext cx="9910774" cy="6116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 xmlns:a16="http://schemas.microsoft.com/office/drawing/2014/main" id="{1105297D-2494-4859-9C7F-6BCE58CC4C88}"/>
              </a:ext>
            </a:extLst>
          </p:cNvPr>
          <p:cNvPicPr>
            <a:picLocks noChangeAspect="1"/>
          </p:cNvPicPr>
          <p:nvPr/>
        </p:nvPicPr>
        <p:blipFill rotWithShape="1">
          <a:blip r:embed="rId7" cstate="print"/>
          <a:srcRect l="35516" t="57334" r="33889" b="30095"/>
          <a:stretch/>
        </p:blipFill>
        <p:spPr>
          <a:xfrm>
            <a:off x="3762414" y="783773"/>
            <a:ext cx="4049176" cy="1039867"/>
          </a:xfrm>
          <a:prstGeom prst="rect">
            <a:avLst/>
          </a:prstGeom>
        </p:spPr>
      </p:pic>
    </p:spTree>
    <p:extLst>
      <p:ext uri="{BB962C8B-B14F-4D97-AF65-F5344CB8AC3E}">
        <p14:creationId xmlns:p14="http://schemas.microsoft.com/office/powerpoint/2010/main" val="35071393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FADE116E-BDA3-4995-AC7B-F809CA368E82}"/>
              </a:ext>
            </a:extLst>
          </p:cNvPr>
          <p:cNvPicPr>
            <a:picLocks noChangeAspect="1"/>
          </p:cNvPicPr>
          <p:nvPr/>
        </p:nvPicPr>
        <p:blipFill rotWithShape="1">
          <a:blip r:embed="rId2" cstate="print"/>
          <a:srcRect l="44444" t="38286" r="23889" b="19619"/>
          <a:stretch/>
        </p:blipFill>
        <p:spPr>
          <a:xfrm>
            <a:off x="2547256" y="379312"/>
            <a:ext cx="7341327" cy="6099375"/>
          </a:xfrm>
          <a:prstGeom prst="rect">
            <a:avLst/>
          </a:prstGeom>
        </p:spPr>
      </p:pic>
    </p:spTree>
    <p:extLst>
      <p:ext uri="{BB962C8B-B14F-4D97-AF65-F5344CB8AC3E}">
        <p14:creationId xmlns:p14="http://schemas.microsoft.com/office/powerpoint/2010/main" val="549376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data:image/png;base64,iVBORw0KGgoAAAANSUhEUgAABHQAAAKCCAYAAACwF46IAAAgAElEQVR4XuydBXhc1fbFd9tUI02TKg5/XB7uUNylUCjuDqVIcbdixakgpcW1uBWH4sVdHvBwqKRx1/9aJ7npzTTJZJKZyZ2Zdd7Xj0dy77nn/Pa+U/aavffpUfD5Ug2W4GPifRvbj7/nJPgutHwREAEREAEREAEREAEREAEREAEREAER6BiBHhJ0OgZKV4mACIiACIiACIiACIiACIiACIiACIhAUAgkhaBz9BW7BIWn1iECIiACIiACIiACIiACIiACIiACIiACMSeQ8IIOS61YcqUhAiIgAiIgAiIgAiIgAiIgAiIgAiIgAqlCQIJOqlha+xQBERABERABERABERABERABERABEUgaAhJ0ksaU2ogIiIAIiIAIiIAIiIAIiIAIiIAIiECqEEh4QeeZ2SvZs2+vmCr20j5FQAREQAREQAREQAREQAREQAREQAREwBJe0NGR5fJiERABERABERABERABERABERABERCBVCMgQSfVLK79ioAIiIAIiIAIiIAIiIAIiIAIiIAIJDyBhBd0dGR5wvugNiACIiACIiACrRJYZdn85p/7/384XKsut7DFJT/8lhvulubf8/TM1kZbP+/wxLpQBERABERABERABKJMIKEFHR1ZHmVv0HQiIAIiIAIiECMCniDjF2b8wkskgk2MlhjRtH6Bxy8Y+X8uESgipLpYBERABERABEQgQgISdCIEpstFQAREQAREQARaEqAY05pQk2giTazsGir+SPSJFWnNKwIiIAIiIAKpRUCCTmrZW7sVAREQAREQgYgJhGbXeJk1EmwiRtnqDX6Bh6d3ekMZPtHhq1lEQAREQAREIFkJJLSgoyPLk9UttS8REAEREIHuINBapo1Em+6wxKJneqIOy7q8/y+hp3ttoqeLgAiIgAiIQFAIJLSgoyPLg+JGWocIiIAIiECiEfCLN8y4kXCTWBYMFXok8iSW/bRaERABERABEYgGAQk60aCoOURABERABEQgwAT84s2orX4K8Eq1tK4QkMjTFXq6VwREQAREQAQSj0BCCzo6sjzxHE4rFgEREAERiC0BiTex5Ztos3sij9ebR5k8iWZBrVcEREAEREAE2iYgQUfeIQIiIAIiIAIJTGDPkT+71atsKoGNGOelS+SJM3A9TgREQAREQARiRCBhBR3+xwh76GiIgAiIgAiIQCoRkICTStaOz179Ao8yeOLDXE8RAREQAREQgWgQkKATDYqaQwREQAREQARiRMATcNT7JkaANe1iBCTwyClEQAREQAREIDEIJKygoyPLE8PBtEoREAEREIHICHg9cFRCFRk3XR07AhR4vGPTlcETO86aWQREQAREQAQiJZCwgo6OLI/U1LpeBERABEQgqASUhRNUy2hdrRGgqMMv1iTuyD9EQAREQAREoHsJSNDpXv56ugiIgAiIQAoSUBZOCho9SbfsiTvcngSeJDWytiUCIiACIhBYAgkr6OjI8sD6lBYmAiIgAiLQCgFPxFEvHLlHshJQ751ktaz2JQIiIAIiEFQCEnSCahmtSwREQAREIOEJqJQq4U2oDXSBgEqzugBPt4qACIiACIhABwgkpKCjI8s7YFldIgIiIAIi0C0EJOJ0C3Y9NOAEJO4E3EBangiIgAiIQEISkKCTkGbTokVABERABIJEQCJOkKyhtQSdgMSdoFtI6xMBERABEUgUAgkp6OiEq0RxL61TBERABJKXgHriJK9ttbP4EZC4Ez/WepIIiIAIiEDyEZCgk3w21Y5EQAREQARiSIDZOGpsHEPAmjolCei0rJQ0uzYtAiIgAiLQRQISdLoIULeLgAiIgAgkPwGVVCW/jbXD4BBQ1k5wbKGViIAIiIAIBJtAQgo6OrI82E6l1YmACIhAMhBQSVUyWFF7SHQCEncS3YJavwiIgAiIQCwJJJygoxOuYukOmlsEREAERIDZOKsut9Ao6GiIgAgEg4CEnWDYQasQAREQAREIFgEJOsGyh1YjAiIgAiLQDQSUjdMN0PVIEegkAYk7nQSn20RABERABJKOQMIJOs/MXsmefXvFpDOENiQCIiACIhB/AuqNE3/meqIIRIuAhJ1okdQ8IiACIiACiUog4QQdHVmeqK6mdYuACIhAcAjopKrg2EIrEYFoEOAXfhR4+EdDBERABERABFKFgASdVLG09ikCIiACKU5AZVUp7gDafkoQUNZOSphZmxQBERABEWgikHCCjk64ku+KgAiIgAhEQkBlVZHQ0rUikBwEJOwkhx21CxEQAREQgfYJJJSgoxOu5M4iIAIiIAIdJaCyqo6S0nUikLwEJOwkr221MxEQAREQATMJOvICERABERCBpCIgISepzKnNiEDUCOhgjaih1EQiIAIiIAIBIZBQgo7+Ig6I12gZIiACIhBAAhJyAmgULUkEAkhAWTsBNIqWJAIiIAIi0CkCCSXo6ISrTtlYN4mACIhAUhOQkJPU5tXmRCBmBCTsxAytJhYBERABEYgTAQk6cQKtx4iACIiACESXgISc6PLUbCKQqgQk7KSq5bVvERABEUh8Agkl6OiEq8R3OO1ABERABLpKQEJOVwnqfhEQgdYISNiRX4iACIiACCQaAQk6iWYxrVcEREAEUpSAhJwUNby2LQJxJiBhJ87A9TgREAEREIFOE0gYQUdHlnfaxrpRBERABBKagISchDafFi8CCUtA/+2ZsKbTwkVABEQgZQhI0EkZU2ujIiACIpBYBCTkJJa9tFoRSFYCOmU1WS2rfYmACIhA4hNIGEFHJ1wlvrNpByIgAiLQEQIScjpCSdeIgAjEm4CEnXgT1/NEQAREQATCEZCgE46Qfi8CIiACIhAXAhJy4oJZDxEBEegCAfXX6QI83SoCIiACIhB1Agkj6OiEq6jbXhOKgAiIQCAIUMjhGLXVT4FYjxYhAiIgAuEISNgJR0i/FwEREAERiAeBhBB01JQuHq6gZ4iACIhA/AkoKyf+zPVEERCB6BGQsBM9lppJBERABEQgcgISdCJnpjtEQAREQAS6SEBCThcB6nYREIFAEVB/nUCZQ4sRAREQgZQhkBCCjv6STBl/1EZFQASSnICEnCQ3sLYnAilOQId4pLgDaPsiIAIiEGcCCSHo6C/HOHuFHicCIiACUSZAIWfV5RbaKsvmR3lmTScCIiACwSKgMqxg2UOrEQEREIFkJiBBJ5mtq72JgAiIQAAIKCsnAEbQEkRABOJOQD0g445cDxQBERCBlCOQEIKOTrhKOb/UhkVABJKAgIScJDCitiACItBlAmod0GWEmkAEREAERKANAoEXdPTthnxXBERABBKLgMqrEsteWq0IiEDsCagMK/aM9QQREAERSEUCEnRS0eraswiIgAjEiICycmIEVtOKgAgkBQFl6ySFGbUJERABEQgMgcALOvqLLzC+ooWIgAiIQJsEJOTIOURABESgYwSUrdMxTrpKBERABEQgPIHACzo64Sq8EXWFCIiACHQnAYk53UlfzxYBEUhUAhJ2EtVyWrcIiIAIBIdA4AUdNUQOjrNoJSIgAiLgJyAhR/4gAiIgAl0noGz0rjPUDCIgAiKQqgQk6KSq5bVvERABEegCAYk5XYCnW0VABEQghICydeQSIiACIiACnSEQaEFHJ1x1xqS6RwREQARiR0BCTuzYamYREAERULaOfEAEREAERCASAhJ0IqGla0VABEQghQlIzElh42vrIiACcSOgbJ24odaDREAERCDhCQRa0FFD5IT3L21ABEQgCQhIyEkCI2oLIiACCUdA2ToJZzItWAREQATiTkCCTtyR64EiIAIikDgEJOYkjq20UhEQgeQjoPYDyWdT7UgEREAEokkg0IKOTriKpqk1lwiIgAh0nICEnI6z0pUiIAIiEGsCylqPNWHNLwIiIAKJSSCwgo6+kUhMh9KqRUAEEp+AxJzEt6F2IAIikHwE9N/GyWdT7UgEREAEukpAgk5XCep+ERABEUgSAqssm29nHzYnSXajbYiACIhA8hFQw+Tks6l2JAIiIAJdIRBYQUeN4LpiVt0rAiIgApERUFZOZLx0tQiIgAh0JwH9d3J30tezRUAERCA4BAIr6KhWODhOopWIgAgkNwGJOcltX+1OBEQgOQmoBCs57apdiYAIiEAkBAIr6KghciRm1LUiIAIiEDkBCTmRM9MdIiACIhA0AvoSNGgW0XpEQAREIH4EAino6BuH+DmAniQCIpCaBCTmpKbdtWsREIHkJKASrOS0q3YlAiIgAuEISNAJR0i/FwEREIEkIyAxJ8kMqu2IgAiIAAioYbLcQAREQARSj0AgBR19y5B6jqgdi4AIxJ6AhJzYM9YTREAERKC7CagEq7stoOeLgAiIQPwIBFLQ0V9E8XMAPUkERCA1CEjMSQ07a5ciIAIiQAL6clR+IAIiIAKpQSCQgo4aIqeG82mXIiAC8SEgMSc+nPUUERABEQgSAfWkDJI1tBYREAERiA2BwAk6+ssnNobWrCIgAqlHYJVl8+3sw+ak3sa1YxEQAREQAUdAfXXkCCIgAiKQ3AQk6CS3fbU7ERCBFCWgrJwUNby2LQIiIAKtEFAJltxCBERABJKTQOAEHf2Fk5yOpl2JgAjEj4DEnPix1pNEQAREIFEI6L+xE8VSWqcIiIAIdJxA4AQdNUTuuPF0pQiIgAiEEpCYI58QAREQARFoi4BaG8g3REAERCC5CEjQSS57ajciIAIpSoD9ckZt9ZPxnxoiIAIiIAIi0J6ow2wdijsaIiACIiACiU0gcIKOTrhKbIfS6kVABOJPQFk58WeuJ4qACIhAohNQVnyiW1DrFwEREAGzQAk6SgOVS4qACIhAZAQk5kTGS1eLgAiIgAgsIqC+OvIGERABEUhsAoESdPSXSmI7k1YvAiIQXwISc+LLW08TAREQgWQkoP/+Tkarak8iIAKpQiBQgo5SP1PF7bRPERCBrhKQmNNVgrpfBERABETAI6AsefmCCIiACCQmAQk6iWk3rVoERCCFCZx92Bw1P05h+2vrIiACIhALAhJ1YkFVc4qACIhAbAkEStBRQ+TYGluzi4AIJDYBnmBFMUdDBERABERABGJFQBnzsSKreUVABEQg+gQCI+joW4HoG1czioAIJA8BiTnJY0vtRAREQASCTkCiTtAtpPWJgAiIQCOBwAg6asgmlxQBERCB1gmoX448QwREQAREIN4E9N/m8Sau54mACIhA5AQCI+jom4DIjac7REAEkp+AxJzkt7F2KAIiIAJBJSBRJ6iW0bpEQAREoJFAYAQd9c+RS4qACIhASwISc+QRIiACIiAC3U1Aok53W0DPFwEREIG2CQRC0FH/HLmoCIiACEjMkQ+IgAiIgAgEk4BEnWDaRasSAREQAQk68gEREAERCBgBZeYEzCBajgiIgAiIgEnUkROIgAiIQPAIBELQUf+c4DmGViQCItA9BCTmdA93PVUEREAERCA8AWXVh2ekK0RABEQgngQk6MSTtp4lAiIgAu0QOPuwOcbjyTVEQAREQAREIKgEJOoE1TJalwiIQCoSCISgo4bIqeh62rMIiICfgMQc+YMIiIAIiECiEJCokyiW0jpFQASSnUC3Czr6CyHZXUz7EwERCEdAYk44Qvq9CIiACIhA0Ajov+GDZhGtRwREIBUJSNBJRatrzyIgAoEgwPKqUVv9pDKrQFhDixABERABEYiUgESdSInpehEQARGILoFuF3TUEDm6BtVsIiACiUGAYg4zczREQAREQAREIJEJSNRJZOtp7SIgAolOQIJOoltQ6xcBEUhIAtMvmpWQ69aiRUAEREAERCCUAEUdHmvOf2qIgAiIgAjEj0C3CzpqiBw/Y+tJIiACwSCgnjnBsINWIQIiIAIiEF0CyryPLk/NJgIiIALhCHSroKMUzXDm0e9FQASSjYDEnGSzqPYjAiIgAiLgJyBRR/4gAiIgAvEj0K2CDlMzn317xfjtVk8SAREQgW4kIDGnG+Hr0SIgAiIgAnEjoAz8uKHWg0RABFKcQLcKOlLwU9z7tH0RSCECEnNSyNjaqgiIgAikOAFl4ae4A2j7IiACcSMgQSduqPUgERCBVCUgMSdVLa99i4AIiEDqEpCok7q2185FQATiR6DbBB19yMfPyHqSCIhA9xGQmNN97PVkERABERCB7iWg/97vXv56ugiIQPITkKCT/DbWDkVABLqJgMScbgKvx4qACIiACASGgESdwJhCCxEBEUhCAt0m6Kh/ThJ6k7YkAiLQTEBijpxBBERABERABBoJSNSRJ4iACIhAbAhI0IkNV80qAiKQwgT2HPmzjdrqpxQmoK2LgAiIgAiIQEsCOt1WHiECIiAC0SfQbYKOjjOMvjE1owiIQPcTkJjT/TbQCkRABERABIJJQKJOMO2iVYmACCQugW4RdJR2mbgOo5WLgAi0TUBijrxDBERABERABNonIFFHHiICIiAC0SPQLYKOPsijZ0DNJAIiEAwCEnOCYQetQgREQAREIPgEFAsE30ZaoQiIQGIQ6BZBRw2RE8M5tEoREIGOEZCY0zFOukoEREAEREAEPAISdeQLIiACItB1At0i6Kh/TtcNpxlEQASCQUBiTjDsoFWIgAiIgAgkHgGJOolnM61YBEQgWATiLuiof06wHECrEQER6DyBVZbNNx5PriECIiACIiACItA5Asrc7xw33SUCIiACJCBBR34gAiIgAp0gIDGnE9B0iwiIgAiIgAi0QkCijtxCBERABDpHIO6Cjj6wO2co3SUCIhAsAszMoaijIQIiIAIiIAIi0DUCyuDvGj/dLQIikLoEJOikru21cxEQgU4SkJjTSXC6TQREQAREQATaICBRR64hAiIgApETiKugow/qyA2kO0RABIJFQE2Qg2UPrUYEREAERCB5CKhJcvLYUjsRARGIDwEJOvHhrKeIgAgkAQGJOUlgRG1BBERABEQg0AQk6gTaPFqcCIhAwAjEVdBR/5yAWV/LEQER6DABiTkdRqULRUAEREAERKBLBCTqdAmfbhYBEUghAhJ0UsjY2qoIiEDnCOhEq85x010iIAIiIAIi0FkC+iK4s+R0nwiIQCoRiKugc/QVu6QSW+1VBEQgSQhMv2hWkuxE2xABERABERCBxCGg2CFxbKWVioAIdA+BuAk6aojcPQbWU0VABLpGQCdadY2f7hYBERABERCBzhJQ/NBZcrpPBEQgVQjETdBRLWyquJT2KQLJQ0B9c5LHltqJCIiACIhAYhJQDJGYdtOqRUAE4kMgboKO6mDjY1A9RQREIDoEJOZEh6NmEQEREAEREIGuEpCo01WCul8ERCBZCcRN0FENbLK6kPYlAslHQE2Qk8+m2pEIiIAIiEBiE5Cok9j20+pFQARiQyAugo7qX2NjPM0qAiIQfQISc6LPVDOKgAiIgAiIQDQI6AviaFDUHCIgAslEQIJOMllTexEBEegyATVB7jJCTSACIiACIiACMSGgL4ljglWTioAIJDCBuAg66p+TwB6ipYtAChFQ35wUMra2KgIiIAIikJAEVHqVkGbTokVABGJEIC6CjtIjY2Q9TSsCIhA1AhJzooZSE4mACIiACIhATAlI1IkpXk0uAiKQQARiLugoNTKBvEFLFYEUJaC+OSlqeG1bBERABEQgYQmoAiBhTaeFi4AIRJGABJ0owtRUIiACiUlAfXMS025atQiIgAiIQOoS0JfGqWt77VwERGARgZgLOlLP5W4iIAJBJqBSqyBbR2sTAREQAREQgbYJqPRK3iECIpDqBGIu6Kh/Tqq7mPYvAsElIDEnuLbRykRABERABESgIwQk6nSEkq4RARFIVgIxFXSUCpmsbqN9iUDiE1DfnMS3oXYgAiIgAiIgAiSgigD5gQiIQKoSkKCTqpbXvkUgxQmob06KO4C2LwIiIAIikDQE9CVy0phSGxEBEYiQQEwFHanlEVpDl4uACMSFgEqt4oJZDxEBERABERCBuBFQ6VXcUOtBIiACASIQU0FH/XMCZGktRQREwBGQmCNHEAEREAEREIHkJCBRJzntql2JgAi0TSBmgo5SH+V2IiACQSOgvjlBs4jWIwIiIAIiIALRJaAvlKPLU7OJgAgEm4AEnWDbR6sTARGIIgH1zYkiTE0lAiIgAiIgAgEkoCydABpFSxIBEYgZgZgJOuqfEzObaWIREIFOEFCpVSeg6ZYOE6itM6ura7C+fXp0+J5kurAG+6/Hn759kmlXLfdSXdNgv/9dZ0sO62UD+qemnWNh3Tr4TU1tg/XrGx+m1TVmPfCo3mmx2M3ic/78e61lZ/W0wYN6xueBeoojIFFHjiACIpAqBGIm6CjdMVVcSPsUgeATUKlV8G2UyCusqGyw7Q6db5npPezBmwanXOBWXllv2x68wEYM7WUzrsmxQQOTM3D97a9a2+uEPJt86SDbYoO+ieyygVl7ZVWD7XncAuM/Z04ZYsNyY+s7+UX1tuNh823T9fraTRdkW1pabEWkhgazDUbNtUP2SrdTDs+0Xr0Cgz4lFiJRJyXMrE2KQMoTiImgo/45Ke9XAiACgSKgUqu2zfHv/Do7+PSFdvjodDt8n/RA2S1RFjN/Yb1tvt9cG5zdyx6dNNiWWSL5ojZmUXz2bbVlZvSwVZbv7TIcvDEvr842HzPPlhqRZg/fnOuEnWQcv/5ZazsdMd+mXZ1rW20kQScaNs4rqLcdILDQnZ6YOtiWXzq2aTM//FJjux29wNZbs489cGNuzDPqKOistuO/dtSYdDvj6CwJOtFwmgjn0BfMEQLT5SIgAglHQIJOwplMCxYBEYiEgEqt2qf1x791tt0h82zcYZnuG2SNzhF49d1Kq6s3226zfnEr5ejcSjt3VwEyGyjanAw/OeGgDOsZkkjx8juVlgYdZ+uN+yVt0CpBp3O+E+6uNz+stNLyBtt5ZP+YvzsUWF58q8KGDe5l60PU8QuT4dbZmd9L0OkMtejeoyyd6PLUbCIgAsEjEBNBR/1zgmdorUgEUpGASq3CW70zgg6DlPKKeisua3BlRhkD2i6T4LUUA5jhkZXZo1PfiLN3SVFJgwv2Bmb2bDMI47PKsK7yCnPr6t+v/XKKyuoGK8G8/frx+vb3wP2WluO6DLMB/SIrC+G6SsvqsbYGsAKvdp7lWYx7LixuwB7M8W0v8HR8cC3712RmtM+nqKTeqrDvgbiuXxg+fu9hqcqm+8yzU49oXdBpz9PqIXQVl/K5hnKsHtand/t24fVcJ/eVm92z3bIYimjF7tqOz11YXG/seZSDtURSchMq6JRBhCCXgfDrLPBsa9D+Jdh/BcqK6L/hesXwevLinobkLD5vLXo18X3gdf6+LJ7/l+C9zIL/p3fkvQS/LGRddbb3k39vLLULZ1t+DhRhb+y3NLiVvbXGkP5QCBvXgEdudvs243o4fxVYs29NZ/ZV3/SZ1RNumgV79Wrnda9EuSWfR5vStqGjI4IO+wcVFjVYn6b3l89tbXh+wfI0vuf98cxYC1Lh/wZJjCsk6iSGnbRKERCBzhGIiaCj9MbOGUN3iYAIRJeASq3C84xU0Pn971q76rZimz2nygkDFE1237a/nXdilg1CAOUNBmHvflJl19xebD/8D5EYBgMslnZRFOjIYEA/+b5Su++pMhfgMs5ZZok0u/iULNtmEygdvvEPSscuvKHQPZPBOoOwvXccYGcem2lDc1uWAFEs4Lqefa3CBdkMivht/eWnDbRV/693i3nz8uvt/OsL7e2Pq6wa+2Vmyl47DLDxR2faEmiO640DT82zKmzzIZRx+IWSn3+rtUtuKbKPv6pC41c2De5h22/ez845PsuWHrHofjZUHnV8nh205wAn5Nz2YIkTgLiPrZD1MvHcbAgQLQNG7mPy/aX2APhUgRX3sQH2cdVZ2fZ/yywqXWEg+OUP1XbVlGL77LtqF0xnIOAfsyv4HJPVrvBF8YN9Y/78txbrqnfXMnilLVZeobfdPTHXhiIw33dsHgSEHnbHhJwWgsXHX1Xb5ZOK7Pufa4w+waD/xIMzsM/0Fo2Fpz1aavc+WWa3X5Fjl4LXF99jnbh+qeG9nG/tuEX/xTJ/3v+syiZMLrb//to4dy6azp58aKbtt9uAFnuaCpZPvlRh15+XbZfdWmRf/4jrwWRZ+NIFY+FLmyKrqAMaXbOgc1WuKz+7+/FSo3jCvih8B87HOv2+Ru5zvsQ7gPfl6//WWAPFEwT9R6C08bQjW74D3/1UY+OvKrAnpw6xUy4vwPvVmPH1ydPDLQei1n1gQz6TLxtk511X6PbAwP+zZ4e74J5r43v5DvyU7+UA2GnP7fvbuSdktRAayOntjyrtmjvIDQ6Jwff2iH3TXZZeR8a9T5TZlAdK7Knbh9gVk4vszQ/g2/A/CjRjwX9/8PeLVo+9UGZ3PlJm067KsbOvLbTPwY78P39uuFvbMefl2x//1NozdwxpttudD5fag8+W2aRLcpzN6L9cO9+Z808c6N6h0H40n31TbRPg41//WO0E5IHYF0udjtw3wwmpHLQJS642W7+Pm8fLNNvnpDxXhrXZevgcuLXYfsd6+D6ths+DK8/MtrVXbfm5wL5ZV07lZ0g5xNpGH9gMfXkuPHmgrbRcy3evrZIrfqZNe6TUZswsa/4cWme1PnY13t+Vl29Zesb3h3vzPke4n1H4HDoLn2+tCUkdsWOqXaPYJNUsrv2KQOoQiLqgo/45qeM82qkIBJmAxJyOWScSQYcB/WgEPkX45x7b9bfllkqzDz6vslmzK233bfrZlMtymr8xZiB/3AX5TsTZe8f+1g9CxuyPqozlFSztYqDZ3mDwRiGFQeyOW/SzzdGEls9/4qVyl+nhb0z7E0QTCioMsnYe2c9WQo8XBvnPv1Fh66/Vx244f5At0dTXZe6COht3WYF98nW1u3YD/P7veXX2+Kxyl9EwFQHzums0HtVEMWbP4xe4zKBdt+6PIKu3/Qhx6qAQ+aMAACAASURBVOlXK9x910Fk8frF7HrUAhdIP3/XoqD0GwTxDBQpYuwGPiugP8j3vyBwfbUcgWmazbg2x4YPaRR1mHWx2b7z3P9nIM89rwBRhsLBrLcqbcVl09zcXqBMFpfcXGTPYY9bbtjXNlq7jy1EPxLumX1JHr11sG34n8Z9MFjeb9zCJjGqP7I6ejm7vYIyKQpIDCDbGmR624OlRm4MsCl8rb1qY6nKsME97bDRGS4bin1QGGQ+fMvg5jV++EWVHXTqQlsSosyOW/Zze6Xg8C7+nABR58xjs5wowTHp3hIn/Kyzeh/nMyxdK8ezn3q53Nij557rcl3A7A2KOYeg99MyS/ayHSD2DEUzXYqM731a5QRDv2Byw7RimzitxNZapbcTHbaFGMhg+qlXGlmx7w+D+XDDE3To98w6G7VDf5x4leaCbJacbbxOX/gafKLJpmQ87tICJ1xRXKQYxtI8io5cH4Uqb3z5Q43tBV/bEH41b2GdjdywH8SHBptwRqNt7oDAcQEEy03wDIpPG8C2tM1VEBu4hzEQ1EqQBcb3kqIn+bz0doWN2n4ARJFBze/lh1jTCRcVOJFob6y/D97LtyAezf6wyk6HSHkWbBJu3A5/uPDGQti0v8vU4z97Q++gn9Jf+W6zLM8bfIfPvqYQfPo4oYX/pG2vafK7/cblOUFq9sPDmkW+m+8usasgmPxntd5OyNwOolspBE76w3zwuf/GwbYxfN4bFHMOOG2hDYdP7r4N/AElVeT8+vuVrjfYxeMg3sDXKCRtgdLBrTbua1eCrSfobH3QfLcXfgasvmIa3p2+9vfcOnv+zQr7C2Ime2N5/seMGgqYP/6v1n2G/Afvw8+/19jMF8vhY33sTghXXuZUWxk6FIGunFpkj75Q7ubddN0+yEJqsBfwvN/RfHvmlEXP43vNxtH8jKA9KSR/BKHwJXzu7oXP1hsvGBTOZPo9CChLR24gAiKQrASiLujoAzNZXUX7EoHEIaBSq47bKhJBh8LJVQhCjt4vwwUhDIYYRF5wQ5ETRH58dYTLFuC45Z4S4zf5DMT/0/TtNjNKrkYWAbMUzkPQ1165AAULBjEMPGdOHgxRpTHypzhx+aRil+lDIYPiBzNzGBjdeWWOEwK8eSn+cG2XnDLQDtxjgPt2/k58I37dncUumGMmh3ctMx7OuqbAjjsgw0bvNMAFnuMuy7dnX6+w+6/Pta0hAvjnfeDpcrvi9IG2JkQCjlBBh9k4+45dgOCsDk10c5rFFa73ZQTa5yBTYT9kyFyEQJPDE3QY6E3CKUrcBweDR2ahMBvklXuHNmcQMVA9GWIBA2cKZN7avkRmywEQUTZBgHjHhFyUwJg98ny5y3K49eJBLrOB17JciFkW7F1y2akDw5ZuhCu5ChV0WIqyIxoIk/ltyLpZc+VGTvQXZkc9PqvCXr9/KBopNwpaFHQuxRoP2H0AuCIbCXbnvRTeTr40H4JVXydMcFDI2OrAea5MbgoEOC+riv7FLAZmXs1+eGizWEZBhxkpPGmIgT0FNs79AUQPZsPQj266MHxQ7Ak66f174jSzXFt9pUVZG8ygYbbKpcjyOhjZRxwMuF9Av5Yzjsm05ZZszLigOLX/KQudQMbsGu/4cwo6exy7AFlDvdzcFGX8g4LOuRMLnW9ee3Z2i3IlNvqdCJ8+Zv8M2B3vJexLwYrXU3z88TW8l01lfjdOL7EHnymz+27ItTWa1s937Upwo9h19nHtv5dcEwWd8yC2UjyiqMl+NBwLkM1GoYfC2gePD2s+7YyCzhnIPmKW1U0XLrre219bgs6EKUV4b9PtMjClqEObffRltXsvN8U+b4E/c7AEaZuD5zvRmBlM3r74Lt0Kv6KwevfEHJcd156gQ/tecFKWHYmsHu/zhtlEh5+10AmwT9422M2xsLDeTrww3/bdZYCN3nmA6x3FrEBm23DNL84Y2pzR05agQ7Hz6HPy7dC9052I5mUbfYu17ndKHkSl3vYgRCuWYfEz6IwrC5BhNshlXfH95Ttw12OlNg9+dMX47LDvbwtnSuF/UYySwsbX1kUgiQlEXdBR/5wk9hZtTQQShICyczpuqEgEHQYn/HacwbYX8DAr5Ya7Slzg9OETw1zWDgeFE4o3DGYPQlDGezj4bTN76Xj3t7VS9ucZBUGHmRAUIpht4vXE4RwMyikoFeNb7YPH51k2RCIGqX6RiOVSx56fb/+H7BaWLNXjG+6xEEH+RCPoZ+8c4gIx/6BgxYwbZprwuRSUeOrOvRCl/POyFGoBOPCbcq9nSKigMy+v8eQrlmcx6PXfTxHlBASEzGb49qUR7neeoLMesoOuPSe7RRkFRQ0G+0/fjqwEZGhwUBRhc1eWPPnLq/g7BvIUK564bYjLFGBAOPbifDvuwAw7BmKcl1XklVB1pM9IpIIOM5kYZI89JNPOR5Ds3z/L18ZBpGGGzqEQWTgo6LBk6BFk+DB7whu09WkTCiAW1NlLdw91P2b5yRb7z3OZICwZ889NoYsZWBRuKA5xUNC5BaV7D0Eo8R83Tl+mKEZx64XpQ8K+NJ6gcyyEk7MgfPgHxYwjEPgzk4riEH2TQgN9hSVNXiYIbX/seQuRQVNtc54ahoySRif0BB2KNRQfQ4cn6DyOzA1P7POuYTZbXkGdeyf87+W1ELGmoCTvIzxn2SZBaSrEmOsh/nD9+4OPV8bHLB/2Agr3XvKZFHSYLXQ/yguZueYfz8HXxkN8oIhH8ZDDE3QeuGGw7bxVy1JJ/r4tQYfCKzO+RvpOFOM7TRGuACLUrBmNNqOgtSmy21jGyD9+f6CN2YuIpXsc7Qk67ElDQSj0fbrwxiJ7EplBr0JQZbYZxz/I6uNnmpcxRxs8jcy7M64qdJl3XkloW4IOPy8ffrbcib2e2OlxZOYd3+3npw91x7i/8UGlHTp+oSuLO+GgzOZSTYp2/PwJ15MprGOn2AUqvUoxg2u7IpACBKIu6OiDMgW8RlsUgQAT0KlWkRknEkHHBUQIXL5DQP0Mvvnnt8zsw9HY8LbBPka/Dy8Y+h++7T75kgInWvRFoLQSAl1mQhyAYJXHXndk3I/eMKcjOOyLoIXB6lrI9NkemSv74JtxCjgcPDJ8zMkL3Dq8bAdvbtckFgH0Lggip1+b60STA5EdsfxSvex6lGG1lyHEcos9IOiwBwf7soQboYLOz7/X2vaHzkfJzEA7ZNTix8GzD8pd6Bvz+7tLuCbLnqCzJ7IeGGz7RRbOtcV+89CzZLDLTOAYC7Ys8WDfmtATpygksMSMPUkoOlGMoaDzBnqd0BbLo0yJJWxjwHFt9OwIvb+1vUYq6LyHcpd9UJZC0YzP9A9mP5WW19vpR2a5HjYcFHSYRcPMDn92CpsJj0eQ/AsYvPFgo6DD/jKjT8yz/ihlChWjmClRhiwgZpqcjeCeg4IOhYzZjwxrDuz5c2b0UND5F/2XXkO2ULjhCTosLdwBJXH+wWwQlgiylxPL3byMC+71PYhrL6AU7lOUBf2Gcpri0sbeUxRAPXHNE3ReunuIy84IHZ6g88Xzw5vFGf81fC+ZifIMerrM+aLaKE56DbA/RSYQy/046EvMePriuxonBLDfCwWTA3ZPb9H7pT0WTtBBJg77+4QeM85Mt8PPXOj68TDThcMTdD56atE6/PO3Jegwm+i9mcNa9JriZ81pVxTY73/X2esPNNrsLZRxshSU4uYoZLC0N9oTdJbFe3HLRYNcyZ9/MOOLn0PMvFnF19uGwvBTr5S70i7um2tj5gwzCj3RrS1BhxlL7A3Ghueh7x8bOlMseu6uoS5jqxyi4El4f1naSn9fBj/bfP2+tg+yg1gqGCpMh/PjVP+9snRS3QO0fxFIPgJRFXTUPyf5HEQ7EoFEIqBSq8itFYmgw+yCq29jeVUFgp4ermEoBYH//laD3hYVLvjyf7vNDJDX3qu01/ENM5u+MguAmS9sKHz6USgz6EAjWjZhfhJzs/fH7//UuUwNZhUwC4LZFsyMGHNyHoSmBleW09pYb43ernSD5UsHoc8Gv63n/e0JOvwGnoIOM0hCG9i29oxQQeeXP2pxHPx8V87EHh6hgyVXM1BG9cc7S7rg3hN02GuFWU3+04IoZmweIugwS4HZKCMhkrV2mhH72xx/YKY7wYiDtqMQwh4uFA+Y0ZGP0pGjxmTYpShJC20wG7reSAWd92Gv0WimzMyqVdA8ubWx29b9XENiDk/Q+RhBv7/ZNEu0xl/ZUtB55xP0Djkuz7bA3ldarvW5WQ60VVNmhxN0Hiq1dx+DgNLU34bP7Kygw1KfXbZqKRxwnedOLHL++fDNjYLO/+ADzLb4CP2k2OOH5XnsP/Qi+qTQBq0JOixD8zfV9bh5gs7Xs0a0EKX4ewoJ7DfDnkDMBloNPWD4XjKTiSVXH0A48gQdXs/sltfgB3wveQ2zXvheUkhk/6FwAp8n6Mx5crjLSPIPNrM+8qx8OxU9gtj8mcMTdFhiFlpKxt+3KejMaMz68/pfeXs97YpCCDq1zYIOmzyzcfddyHZhSVp7oz1BZxmU/9G2FI/9g9k57AFEQYfNivk5Mg1Nnm++u9iVsq2En9Gu/Pndj5e5dYQTdNgcmkIRxbTWTkijoHMS+kx54hJFHQpHL79TYZ9DjFuI95elX2wuftWZAyHqtH9yXLtQUvCXEnVS0OjasggkMYGoCjoqt0piT9HWRCABCKjUKnIjRSLosBfLBchCOBZ9Zpi54p3ow/IBllcxYPYEHWaJ8I8XkPCb668QxLLHxKcoIWLWgJed0Naq56LfiFeSwm+6GSy/92m1y4TYA6cKXY3yFAY6h52RZ/i1PTFlSAthgvewZ433DTZFk1MvL3SNjZkJEXpkNftzMJhbEVkLbPw8Ck1quUdmXPiDXGaNMBuC2QleU+NQQYdC02Zj5tpOaBh7K3q/+I8ippDAkis2SOZJP/6Sq44KOjch2H3kefRCQX+fUMGEp4P5BSFmrVBc8xq18vffQmDjHC+/XWmfPMMsiJaBeahNIhV0mKG1JUSow9DryN98lvPSJtyzn0kkgs7PEBA3xhHqzAJxzW598TczYvjvfrEu2oKO14vHz4i9cQ5BWQz7RV13bqNYyCbPFCPPOT7TnUiUjowijqPOWQgxripqgs4D6IlzKYSj49FP6Yh9MpqPOmeGC3vrvI+sJ0/Q4XtI+3snI/H94QlSV6BP0zfIMmF5lufTbb2XXsnVXdfkuobnoeLHWRA/pkPUYN8pjlgLOj/BHzbae54TXukPftsz0+5XZEWxmTeF0/YEHTY/Z/aV/4QpfoaceXWhazD92n1D3WcWGzDvipOyeErc6Xgmy0zpcxRY2Qje6+XFvbeVocNTvG7HH4o/LLP0j9D31yup8z5va9Gf63uUmU26r8SJQh8+iVLXppK6yP8GSN07VFGQurbXzkUg2QhI0Ek2i2o/IpCiBFRq1TnDRyLoMLBhecPUy3PcqUoczGRhAMeAx/+NPftfFEK4GI9MHB4n7QJ5BNunXJ7vMnwo6Hh9LVpb+TyUUp2JsgR+4+4PGikSbYn+KSzfcoEzpr4SItFdj5bhtCb2TUlvDvD/QjB3BzIzeBoRT6Xi4DfovJ7lOOyF4gV/DPpYKsJvvI9HrxkGYiyL8Jot74aTc7xr2d/iavSw4Sk9LH3gCBV0uNcDT8szNjmdin4iXrYIf85eG2zWzAbMzFbiiDRDh9/Wn3hRvuvRcwmygDzRiqVvDM5XhihF4YGBJk+pooDDMiSWazhbQFRhg+tJ9zb2WPF6H7XlRczq2AYnAY3eqb/rU8KMAIpEnm1DmyIzW2EvHMNOoYNZD2yiTX4MTnnS2VtonMsjl73shEgEHQa8u+BUMYoRLJFhFpA39yvIPOFJV1yjd1R1tAWdnlCi2LiYIoE3ptxf4gQynhjGQJ/+czAEHjaHnnr5oGaRhKLmMeihwx5LLC/zspG8kqvOZOiwZw33PBViBE9146Dv8/1hRtZHvlJI9tVheRhPtPL651DwY0kPT1gKzZBqzR+8psjskcNMN+89ZqNnZp59DMF2DkQGrxFzrAUd+sNORyywavg+G4p7AgnFq8mwC0UP9tvJQDZNe4IOhUL2dTrpkIxmQZSnhbF58corpKGUaohrMs5m6+zTxIbcFGA5+LnEhtx3PFRiD6Hvzw5N/YPoB+vsPhflUY1HyHtC6xffsdlyvjvNjmWZXukg98Im6GwWzubzzGKcjubHLKM7B/d7gjnfIzaep2DnF9I797dAat6lLJ3UtLt2LQLJSCBqgo7KrZLRPbQnEUgMAiq16rydPEGHJ/f4S138MzI4Of2oTJfNcQgaEPMkHZYUsGSHx/oycOL/ZzPX3ZE5w0CPQRz7xLAZK0treLIVjzJ/E2Ue2+H396DfRXslTywR2h/HGX+Cb8O3gGiyGf7UQiRg7x6WC12D7ByvvILZMDxRyvWaQRnWxii9YhYM+1twX1MQUHtBHkUI9p95FaVgFFk4L0+KYfYRxQ4eObxqU4kQA1QKFVwLj93m6Tk8ypyCDDNvuAZP0Gjt2HL22OD9HDy2nMeef4VsiOder8R6ersTwLwMpkgFHTJncM7m05yXgSHFGx5Fzh5Hl+MELgpGHLQbs0KGI7uApULDh/R0PT94Lbmw0W57tuAcbO57HBpMv/NxpZuD/+5KT67Otaw2ji1nWcyOhy9wc9MnWAr0/c+1TvxbF8eTs+GtJ0RFIuhwPexFs+Ph852wxH42zFL6+r/Vbk8bQeB5CGVP3p6iKejsfOQC+H5f7KHSHfu9DPyb4hqPY98Ffs6TiHJ5QhfWeONdOC79zhKXTbYu7P0DMrKYxdEbPaGYfXbMfulOQKRfdUXQ4Tt4JBoy05fZjJeljSzrosiQh/fyYBxNzxK0bVHeNmNmmTuJihkdu8InsyBysCSM7+XOsCszRsL5AgWd89EUmYJWJUSU3dAYmYLE03jffsI7yCbgB/v6RsVa0KE/sL8RT1VjY2N+BrFMiyIXG3CfcXSW+/xyol87x5bzc4VZYzy9jELtHyjxfB69j1hONwvlVjz2noMZfmzCzM8JnjpFkZZiGI+bZ/bM1mjqvROOM6dtKeiw3xPvYYkg31ueuMV7mNl4C45nZ6Yfr6fYwxJV9h276OSBrvyNg/61P06+GpLTyx2TzrI1vuOzZlc432GvrHA26/zfEMl9pyoLktu+2p0IpAoBCTqpYmntUwSSmIBKrTpv3LnIFGB2QSmClrYGMyAYnDCr44Gny1zWCgWcvkgG2BHCBoMMZiewbwwzWS5Eo1t+0/wygmse5/w3snj4jXI2TtFh0HjyoRmLlTu19mw+g9+wv/1RlWtuzGwcBmrMrGEQ7y+1oVBzE4IjXsugiT1M1kBzWX7bvg7EA/9ggMasFa6vHPP2QqnFOug5wqAv9IQblhox2+iDz6tdgMxv6Hce2R/fnqc3H9fMuSlIUJQZhyPE/f0sKDyQzef4Rr662qwfyj7Y94bHjfsFNAZ4E9HrhULH9pv3bTEHBauJdxa5E528I6L5TO6TQtTDz5VZCRrtMqhjSQiPdGeg6Q3OzaBwGpowcz3MyMiACMPgf9xhGa328Ai1BwNTHonOxsW/4Sh22n7P7QbYWNiSzXVvBnsG9ccdkA72i/p5sFn1LfcUu3K7Gpw2NABNnCmknYj+IF4JCZ/F4JuZFOfhRCyv4TV/TuaPzyp35Xbsu+QfzDoid/6Tc7NB9DabYm6cBOQJbbyeYgt7j/B4aK/UyM+vsARzo0FzuMHyHWaj8ehtnuY0E+viKWu94RMUrE46OLPFceI8oYtHSzs/azrtar/dBriyLM5Tg3eEfWvYCJtNjGfMLEXZEG28eHOpOWhATltfgn5HoU17KXTe/3S5PYYm2eyF0w+24XvGd+R6+BQbCNMfmCHCDC6KUWw4zgbODXgvB6If1q64nu9KaBlia0y8Hjov3zPUZavQdpyXggP75lA88jerZonSg8+W4UhwHD/edNqdf14e900Rihlb3vPprxRJuGa/zZjx9Cj2mV+4uD+wDNL5A8QOCit81v7gzebfXsN0+jGzWlhWxTI4r+xva2SfrbB0L9tvt3Rnhz8h5vB9YmbO2fAb/xH1XDuPpL8D66boy88hilt879hv5000H6dIwywuDmakXTetxArwebbGyr2daOb5Nvk9ANvx84vPo+2ZWceGx96gCEX7M9vwZ3zGcm8s32P/HTZs9/t6OB/W71sSUJaOPEIERCAZCERN0JHKnQzuoD2IQOIRUKlV/G1GQaCC4gaEEC9w488YfLNPhb/ZMQMoXktBh6cd9Q45Krwjq+fcPPmFgs4AzN/e4BHFDC7ZDyPccb41TfPy2nBHd3NOzs05eX0kg9kaXH81ArG+CP7DPSuSuXkt2ZYj0GVwSsHI35vGPxdtQRuRJ9dAcSrSQXGoHHPQjuH4enPzuW7/uLdfJ5/b1jq9PdGW0Z47HJsa2JN+wcyK9lh6Psn1Ufzh4M8oAJJhW/YK9/zQ33M9nugYyXvJNURyUpIn6Hz5wggnSrLfFN9xZiZF27cjZeD3cX5WhGv27c3fKOikoTwwG+JPT9d0mKV1bDLd1hx877hvft557wJFb4pO/KzzM6W9KXJTWAq1NwWbCgh+FHScP7TRLN57j+jrnX1/I+WZCtdL1EkFK2uPIpDcBCToJLd9tTsRSHoC0y+alfR71AZFQAREICgE/IJOe32wgrLejqzDL+h4vX86cp+uSQ4CapCcHHbULkQgVQlERdBR/5xUdR/tWwS6l4BKrbqXv54uAiKQegQk6KSezZN9x8rSSXYLa38ikNwEJOgkt321OxFIWgJqhJy0ptXGREAEAkyAfV/Yg+qhm3Nb9EEK8JLDLu34C/NtSZSPsU+V128n7E26IKkISNRJKnNqMyKQUgSiIuiof05K+Yw2KwKBIKDsnECYQYsQARFIMQLs5cK+L/5eWYmOgP1wDD1sotXPKNF5pOr6VXqVqpbXvkUgsQlERdDRB2BiO4FWLwKJRkCNkBPNYlqvCIiACIiACASbgLJ0gm0frU4ERKB1Al0WdNQ/R64lAiIQbwJqhBxv4nqeCIiACIiACCQ/AX1Jnfw21g5FINkIdFnQkZqdbC6h/YhAsAmo1Cp+9mFpBf+0dYxu/FYS2ZNYPpFoa45sh/G/mscxJ1OJTfwJJu8TWX5lCfg5EYlF6P8sx+LR4hrJTUBxTXLbV7sTgWQk0GVBR/1zktEttCcRCCYBNUKOn10o5Lw1p9Iee6HcJl0yyNLSEiOS+XtenU2YUmRnHZtlKyydFj9gSfykX/6otWtuL7abLxpk6f0b/eC3v2rt3U+qbIO1+tiq/9c76XZfW9dgT79S4Rrkbr95f+uTfFuMis0ont4wvdj++rfObrl4UFTmDNokNbUNduz5+XYWGiavsbIcIWj2icV6FNvEgqrmFAERiBWBLgs6Sk2MlWk0rwiIQCgBZefEzyco6Nz3VJldekuR/fjaCAS0iSHo/PC/WtvtqPk2c8pgW2+NPvEDlsRP+uTratvrhAX2zawRlp3V02VtTXu01M6/vtCO3T/Drj4rO+l2Py+v3tbe7V9befk0e3zKEJzm1DPp9hiNDdXWmR1wSp59+1ONff/KiGhMGbg5qqobbKnN/raZkwfb1pv0C9z6tKDoE1CWTvSZakYREIHYEeiSoKP+ObEzjGYWARFoSUDZOfH1CAk68eUd5KeFCjpcK3925yOldtCeA2zrjZMvyK1FVsa51xVZbnZPO/3ITOvXLzEEzXj7kQSdeBPX8+JFQKJOvEjrOSIgAl0l0CVBRymJXcWv+0VABDpKQNk5HSXV+etYPsE/vXo1ztGRDB0KP13tK8E5ODoyT7hrQzN0GvfUgJ46PTrUV8ctpY09hXt2R8lHMk8k17qlR8CyrfWGMmtN0Ilkr63ZNZJ1RnJtJAzas3VH9hfpury1dcTPm/fBvi1hFtOZdYRO2dE5eB37yfAd4ecE/3+4DJ2Ozu2tKRqfKa0hc+voIM86lNz1wGcG+0Z1JEOno2uOlEVH/FDXxI6AqhBix1Yzi4AIRI+ABJ3osdRMIiACMSKgY8pjBLZp2orKBpdx8d9fa6ykrMGGD+ll66ze2z74rNoun7R4yRWv//xbXP9brRUW11tWRk/0UUmzdVbr43qOdHTkF9bbZ5iHPVrKyhtsxNBe9p9Versyl96+Ei8KDH/NrbOvfqi2X/+sNWYF8Nq1cO0aK7XsadEs6KA8gn1/vsQ9efn1NmhgT1sT/S/4p1/fRWvkc9/7rMo2XbevffPfalc6UgoGzDwZmtuobM1fWGeffsNn1zUGd8PJp4/r0eOJX+H2XIc1c59f/1htf2MvvdDeZ7kl01wPmmGDmxS0pkmqaxqwlhr74Zcam7ew3vqCxXJL9bK1wXfJYS2v5Xr/Qd8grudT2PDn32scn/9bJs02/E/j3B0VELi3r36ose9+rrGConrLHdTT/rNqH6vGz/c+cVHJlcfkoy+r3frpLxzsO/Pae1W2LnxnLkqWvvy+2s3DNfBnKy/f2/IK6pt8p8bds+IyvW2jtftYDjJh/IM2//PfWvv8uxr7459a96tlwWv9NRsZ+Pf05oeV1rdPD1t2iTT7FP5EH2EgvuJyvW1jzE3b+0cpbE7//fF/NVZUUm+DB/WyVVfs7Xyvvy8T5/X3K92/b7JO3xZi4ELswfPb0rJ65yerww/pj1yHNygKkMdaq2Lf8EHafj7sOTCzp622YuNeQksZPRvQ9gvxfqQP6GErYx/rg3MG/r83KAzQL78An59ocyCiHTwfD+eP3u//+2ut83v6JMWO5ZdKs3VRqhjqZ7ye6/n4q2r7H/yYfWXoY3znT51QYN+1UnJVgM+GT3g97FFe0QA/6Ol82L3fIT25KqsanP96nyks7VsdNlkTTL2+TVzDT/jMSYO7LR/SH6u6mp8Rte7dXsL3jpDnwRqK+gAAIABJREFUl9/jXYKtyYvsOS/XTbb+wffmF7D8AtfzncpM7wE7wS9gvxW2+mexkiv6EX2cDBcW1OF9aeS/Nq7v4/MD2mpeHmyFed372WSr1j6/Omo3XRcfAsrSiQ9nPUUERKBrBDot6KjcqmvgdbcIiEDHCeiY8o6zivTKMgRaN80otpkvliNg7AnhIA2BWx1OdGkMjBjU+nvoUACZ8kCJPfhMGYLdnrbMEr1s7oI6Fxgfule6HXdghhN4wg1ef87EQpvzebV7DoNuCh4MyM46NtN23bp/8xTfQty4fDKEpV9qbRUIR2m9erjAiM8fd1iG7bPzgOZrPUHnqDEZxkCfAlNmek/7HgFyb4goJx2SafvvNqBZ1GHwv/cJeXbo3un26AtluL6nE2mmX53jWCxAIH7m1QVOAFhyWBp6yPRAAF1rQ3J62QUnZdkWG/QNt1WXxfAW1nLDXSVOpGDwX4UAloEuBakJ47Pt/5ZtbODMAJRspz1ShvsabCUE8wyGv/mp2olOZ6IxKwNMb1x9W7HLpNptm/720ZdVLhAvLsXcYLnZ+n3t+vOzbRCC43CDz+U8dz5c6ta76gq9Ie7VY656G7lhP7v7idLmHjqca/acKjvugnybctkgNA1uLLmiL20xZp7tOLKfvYeGyQyYB8IXvgN7ijonHZxhc76otnc+rnICVRHW+TeCcPYlueG87BaNt2nzi28uQgBfYytAOKA//vZ3rRMR2LNnxSZefO5OR8w3BtdkSZFmqeFpLoD+Z36dW9uNYOBv6n0FRMpnXqtwIhLXxXkrIVKefFimHT46vRnVtgfPd8LhjGtzmoUa+u1Z1xQ6YYPCHkUvNoiurDQ7DPeedEhG8/0UPjffb55ts3Ff+xhiBX2bfv4j+jxxkMexB2Q0i1MUNe6nDdCfiIIWBUOKnhQi9ty+v50B2+c0iVP/Ym9s/k2WKy4LAQEuQb/MBPNLT8tGGVx4v3zlnUq7/q5iJzKtvFyalWG9FCh2Gdnfzodv+0UTijNnY98ffl5lS41IgwjW07gG2oOCSRH8xN9Dh+s+Dz2WPoBYOhSMB4M1/T0D7+IZR2fazniGJ4bSb66eWmSzZldaJvyFPky/KIFNj8Z7TJt44su6e8x1z55191An7HiDnx2Hn7nQvRtTL89p/vnNd5fYI8+XO2GO81IcpA1POCjT9X9Ka+qbTt5vg+U1txfZn//UOXGOAg9FrN3xbvHn/h46FGX4s6dfrXBleUMg6v0M/hTxxh+dZQfusegzyWvUzibiK8FWvWGrnyFMca+XnTbQttoovK3Cvb/6fewIKEsndmw1swiIQHQISNCJDkfNIgIiECMCys6JEdimaSkeXHhjkRNQLhib5QKfGmSIPPlyhcvOYcaBX9B5fFa5nXddoRMQzj4uy/UW4fW3P1TqgtHrzx9ke+2wSIxpa/WnXl5gs96utPNPzHJzUWxhgHjZrUUQX2rtnUeHNgtD+6Pp6p84RefqM7MbxQx8sT4PItLZ1xa6jJLnpg1xARiHJ+hUQqC47txs22GL/i5oq0DQyHXzW/K7J+Y0N0ymoLPzkQusvLIeosIg2wqBMLM/+G07szyOOS/fiRMXjctqnAtBJAP4i24qcmLH7IeHhc2AobBwxFkLEcD2sFtwUtSQnJ4uYP8AwTFPz9lxi34QDXJdgEvh57QJhS5bhMIFA1kKLBQqOAcFiglnZDcH9hR0GJSP3LCvXTxuoBOhmD3x+KwKu25asZ17QpYdD5Et3Hj7oyqjTVZeIc1ugA2ZFcGsotkfcT0FrpTLa4rMudoSdDbdZ67Lwrli/EDbY1uy72G/g9duxyxw2SirYH4GsasgW4frvP/pcpt8b4ndc30OAttFvXj2GZtn/yJLgvMwm4I2YVYMbTgYYtqL04c0c6eg8xkyqEbtMMCJgRRpKKbcDnFqxmPwyxtym5vZUlTY7pD5dvR+6XbMfhlOZKH4cO0dxfbZd9U258nh7nhqjtYEnbGX5Nsb71fZ+XhXdtmq0W+ZpXbLPSX2FE7FeuDGXNscQhoH17DJPvMgCsKvsedREGWYmZKPrKXDID6wT88zdwxFZk2j4EYbjLuswGXuXHH6QPcuMuvpwWfK3UlSF5w00E6ECMTx0LNldsXkYucjW8L2XDOFqXGXFrh39rX7h7brlxQJDzwtD5kl9c73Bjf55ItvVjihlb50wkGLxKYzrirE/srd6XH77ox9wJa0841Y10z4GkUWv6BzDt7Nh58rd8LQ6J0a901xlE3Wf/mjxl6YPtTdwzH1gVL3WUMxmCJXX9iEWWGT7iu1R58vc+vjHjkiEXR+h3iz9YHzXbbdiQdnugwn2vrKqcUQwirto6eGuybfHLTJIacvNIpqN+EdXWZEL+fzXyGriu8FM3b8gg4FvYNPz3MC8QG7NwrEzCK88IZCl7HzNRqIe4LVA0+XuWdee0628w1nK7wTYy8pgMDVw16+p31bhXt39fvYElCWTmz5anYREIGuE+i0oKP+OV2HrxlEQATaJ6BGyLH1kCqUKZx40UIXSH7+/AhXYuANfovNgOO9T6uaBR0G+Azu38e37h8h8PWXGzF43fnI+bbhWn1d4NJeKRIzAtbc5V/bbet+dtc1EDJ8CSQUORbg93ts198FpBQytj5ovsuGOenQzOZgm+tkULUzgnkGnldC7OHwBJ0dIJLcPmHRN/Xud8gU2RdCwVEI5Mcflemup6Cz0xELbMct+9nkS1seu8zMI66TGT2TLslpUXbDb/0pLtx7fa4TU9obL75VYSddXGDTrsqBKNSygfDk+0psY5T0sDwKCTk2AZlIDITfe2zYYmVIFM0m3w/xY2KuK3XioKDDn990YTYC50VZARQuTkAGDTNCHp00uN31MXCloMF53n5kKLKuWh73Pv7KAnsMGVwdFXRY/nXPdbktbHXqFQX2BMTAy5GNdOQ+6c1iA0toGBjvu8sAJxByMBDfZPQ8O+f4LDv1iMwWwgT3S3Hjg8eHuewlDgo6tBVtNNKX7fDVjzV22PiFyL4a4LJbOFhex59RKOIzvZIn8mJp25LIuvFGqKDDrJ9Vd/jXxuw6wG5DFojfx7mPQ8bn2RJD0+yp2xt5e4IOy3DugYjoLyOk+HPmVQVOjGTGlmcDCqwUY0LL8Phu5Wb3AlfMA3Fk4p3F9hRE1ymXD0KJT5/mtbB0kqIZs9LCjTkomRuG07soAnqD7zh9fu8d+9slpwx04hCzVNZDZgzFVIoa/pJFlt2ddHG+y87yBJ1ilCxuBmFvFRxnPxO+19O3FGb8nQzR6aozB+IZAxwjincUaOdAYPFn3TCzhQLnLhCbvcykSAQd7unV9yptfZSQeSV95EwxjGLwK/cObS7ZZPbMmJPzIGZmQ6BJb7FmCk6X3FzYQtAhp3fx2chSQi8jkXPTLjdOL7FPnx3uMrg4rrm92GWE3QZbrbXKIlvx84ulqh2xVThb6vexJaAsndjy1ewiIAJdI9BpQUcfbl0Dr7tFQATCE1Aj5PCMunIFMwsOxrfSLHmi2OAfLClgaRVLFrwMHZblHHjqQgRv9caSJv9gqcFDz6JsC6IQMyJCe2T4r2UQuNvR823iuYPsyH0Xlbi0tpcZj5ehVKnYiS3bhBwZzCyXlbf7x/V5eXwqAkcIQJ6gMwnX+8u2ODdLV067otCVYd2FkioOT9CZiGye0MyiD7+owjoXOEFnq5CTnFjSNGNmqZ1yeKaNw5/2BktjmNUxFQHdqghy2xrM2DgGGTsN2NcdV+a0CJx5D8th9jg2D78b5LJDOChw3I8MAAoDLH/xBoPwY5FdxMyjl1Ce0t5gFggFJ2Zc3A+BKrS3yKzZFS6TqKOCzgnIhjjRl93BZ9OG9z5ZhhKtnOZsC/6cWRuj0Z+HmVEsPeN4GaVAx5wHIQYlfOy54h9kMA2na1Gk2nbTRnGMgg4DbIpr/t4vzPjiceu7QRC4GOIEB7lQBGS2FO3NHins7cJ+RuyF4xcfQgUd+sMuyOa65eJBdhhK9PyDYtx+EATo2/97a4TLTPIEnaPGpKM0EGKkT9hgjyT6Fu1GoYQ2OPGiAidgHt2UOeSf/8mXy10m0NO3D3GZO298UOkE15VQekbBY9kle7keOizT8rJO2jV60y/5Dv2KbBFmoND+/8yvde/8aIgtl57amCXErLbdjppv4yGKsVzKPyj88jOEJU+eoPP733XIgppnW0Do9PzUu4fPueeJMohp/e2ikweiNK7e2YhZasxiCjciFXQ4HzPpuCYKcuxl9Bayzp5FqdTzyPJaD2IPBzOsHoCYNhX+SXHVP1imtf6ecxfroUMBhzb5HZlRFKmZifXCm5Xom1RpHzwxrPl95L8z84plbTvjvfVsxfeVPX00gk9AWTrBt5FWKAKpTKBTgo7656Syy2jvIhAfAsrOiT1nBrc8oYZNUCciqyY0QL0bgsWEKcXNgg7LEfY5Kc9+RPPk0AwCdy8CnE3X62vXnDWwRc+S0J28jYBqNOa566pc2wuZAO2NmxBc3osA8E4IThuFBFq8b8O95rpA/Jk7h7hv9z1B56GbByPzpWVgxga9/Ga+tLzeHsbvOTxBhyJJqGA0e07jOikSsN/FYgP7PR7CRWhwH3odS1i+RrbIFIhMoc1c/deyBOlQZI+wH8f16Cnjb7DL675Hs+I9j1vghDBmUHBQ0HkQGQev3cfSnUXZJdwrRRj2wWFJR3uDQtKR5+S7TKnbrshp0RiY97Fvyr4QKzoq6DDT5hCIMf5x04wSJzzdgawpf8BMEWFvBPTMrLkSpWQcT6O059gLClyGw2JNtsGchxWxL84m6CnEQUGHp5g9iHInf3NlBvCjjsuD4NHPZZt4g9kYzJjgvljKx+wP9jBi3xN/llOooMNskb1PzHPC0Z7IIAsdR5+bj4C+wn6dvYRj6Ak6p+LY8yOQleSVcvE+ZosxM+xZCDpsoksbHHE2yvuQ9TECduwR6m7YNHsE3XrJICf0MSOGQgGfx2bCFBboN8zOYcYa+y2FG3+gV8ztDyGbBOVqxSUNlpXJPjNp9hb8fgyylzxBh0LWaPSZmnDGwMWEXDbwPgAiL33TE3R+QS+ZHQ6fbwPAYGBr/Zuwl4NHNfYbosAz6vgFrv8QRa9woy1Bh/1rDkdJIln6e+hw7TNmlrn1UYBhv5tqiNXsifXijEWCDkXXl1ECynu98k1vLezPtPzIv1sIOhTCmG3Ed48lVnx32FeLvYbYZPrDJ4Y3CzrsO9ZsK7D2bLUqbYUSMzbd1gg+AYk6wbeRVigCqUqgU4KOyq1S1V20bxGIHwFl58SeNQOLQ89Y6Mpy7kOQ6h8UF26BmDIF5QbNGToI3g7Ft/EsHWGJT2uDIkS4b50ZQDJLgr1gwvV38fpP3IqsiNByJWZlLIdAiyVLLAVhiZYn6LCXjyd6eOtkgM9yD/buoHDB4Qk6d0LQYXNe//gE69wJgSn7/LBpcmuDTV4ZuLY3WM7EwJvPDD2Vy38fg/oTkKVRBsHpbpRV+UtbeB2D0N2PXeB+x4wGDgo6LCEJLdOJSNBBdggzCP6CuPHwLYNbnKbEZ1D8YO+Yjgo6LJViwO4fFHRoS5bBhRN02Mya4gj7yITa3JuTWSheuRQFnV4UdG7KbXGiVVuCDgN7ii0URciazXDvRNYPxQWWcnliZaigwxObKFRcB7GN/Xf8gwE+hakv0NOJgg7FG0/QOQ2CzuFhBB1muJ0MG/C0qZsvHOQy3UIH37tsZHR4J3zxmdxDOTLmKIy9hEyqO9A3iNlBc54c1m4pD5tAMxuMQsM56LPExr9k2hca6E6HNwpsnqBDMZIlXyej5PE8vAv+QVGYnyF8jzxBhyLZtgfPg0CWjkbTrfdvSkfzcWaCzUfGzN4QdNgj55qzW/9M8T+PpV8U7WbdPaRFFiDXyKwu9h/yBB1maG3DxtYQyM44JtMJ1/0hhr3yLnp3oWHz41MGN2fosKzqLvRbYhZdqMDCcrrN9m2ZofMNnjf6pAW2GjLuTkf5JsvL+uGzj43FJ+J9f/vRRRk6XH+jrepdg3NmpdFW7PFE4e+DmcNcs2iNYBOQoBNs+2h1IpDKBCTopLL1tXcRCCgBZefExzA1+Kb6NPQ2efY19GyZOdydWOUNBkM8xYilIZ6gw6DkAjT9fBr9P954CBkhviOxKa7wBCc2rPUfr9zaTgpRprH2bnPRbwe9ViBOeMEry1bewLfez0JAYODIE4YYHG42Zq47lYYNb70gnmt5+Z0KV+5BAYF/ODxBZz0EdhSp/MdQMyPj8LPycQpNZrOQ1J6gQ8FrrV3/tS3QyJQZQv5eFwxkmbHEYNFfStPaft/CiVBsaEwhYB/0ufGuZ1nb1TgphwID18+9sT/MbQ+Wuqwa/0lOPHHnmtsaT2di3yFmInBEQ9Dh829FY2I2UX4eGSPsgeMN7vGECxH4wy7xEnRYFrPunv8iqyXD9U7yhC2uk71y2BTb73uRCDrMWGJDZzaX9gtmPOWNmVQsPdxus0axLFTQoT+svtO/7lSiaVfDb5uOvea6KFIyI4qCglfOF4mgwzlY4ngrSn+evG2IE/6ahRv8jo2lKWR4YimzYCji8Dhzr+8M5+DJYLdhHpb8eD2GWvNJliDtedx8d0IcGyB7gyVUzHrbCyVXlzWVXJHZBqPmuUy1mRBBmOXCwff1dQhC7LFE//QEHe575IHz3PvyJEoh/SVgnL8EPXZY5sayTJZx8h3m58z7EDb8GVbc49QHS9waN0Pmn2cTZgVxHXz3OPjZ8zCaJ1+MRuU744Q1T9Ch0Mnm5SzX9Eq/eO09OLGNP6ev83OCgw2394BYysbTxx2Q3pxhyIbvbGg8Bb2r/E2R6SsUw3jKmycAUQTn+zgZzZz9JVc80YpNl/ksv60uvBH+9miZvf8Y3vWmflDx+eTXUzpLQKJOZ8npPhEQgVgSiFjQUblVLM2huUVABEhA2Tnx8wP2Kzkdog57ibAEgtkJDLp4HC+zShjQfPvyiGYhheUqbIy8BMQWnrjDfzKY4zfk01GixWbDbHYabrBnBb8V3x8nxLDHCYPjPyAI3YUAh0HeEwgEvZIjnrDDchce8bzpumgqivQHHtHM49ara8weuSW3ubGrE3TQn4flDwzudt6qH05s6umOsGbGUQUECjYn9XrZtCfocA8s+bodAssY9Pxg/wtmMzGQpgDA3hmP3jp48bKgkM3z+tPBjCfbsPyGgXYdgj+eqjQBJxWxPOly9A+h0MMsHF7L08NOPzLLNeklDzZQ5YlCzHo4EycNeQ2soyHocLmfYy0U9xhk82h0PpcZBa/CP2aimTHLTj5Do1cvOG/vlKuuZuhwPWw4zWOseWQ1TwaiMPcvxBz2z3GNbW/O7VSGzksoqxl3WT56N2W448SzkPFSBKGGpTNsDk4hjT2lPPEg9NhyNrxlNg9PNmKPJtqBpxuxn9KPKL1h/ygvCysSQYfP4ztE2zO7h32ZlsZJSxRNmCHCvjYs2zqu6ZhznkzHkh8evb3Oaji2HNkhFLuuhyg3D/1cZkNw5d7aGhRsWeq0Mk4bY+Np3s9TxR56rsyJqhS8uAYKVBwU/LgGlmIx840liPRnNvDm0eR8V797ZUTz46Yj24Xlmjxunf14eLw7e9k8/0YFfLzGiV5eA2qensWT3XaAkHYo7J2Ld4zHoPMdo9+z8TNPOuPgGvjZwX3vhPebrL5FOdVDOAmMogxP1PIEHfrPcRcsdJlF/CygmEPhiL2c2DD7xguynVjLMkiujadZfftTjeOxJpoXM2tqzhfVLrPsT9j4PjSk9rL4mHHGbChmX9E/KXyyITXLCv+LPkgUXSlYc4/MBnrrQ5xoB9utTVtBuKWt2ECZQs8bDyw60S/c56Z+370EJOh0L389XQREoHUCEnTkGSIgAoEioOyc+JqDYgEzYibhtCUeYcxvyPkzNqOl6HHfk6X28dPDm4NnfgvNb6YZVP3+F/qPIFCrQ6YJhRI2D+Zx0K321wnZFoNdBkQ8LYqBE3ulFJc22JrITDgNopAXSPI2Bsz8hpynRbE0gf0qXPYMgi42afW+Zee1FHRGo/RlGgLGKfeXuoav/FacARSDV5ZesLzDa9ocTtBxx1/j9KdHkAFQA/EoM6OHEze4Rx6xvDuO5g43GJR/h0BxEoLi2RANWPJFEYws2YuFRx/zKHMO/vwd9Bi6GXx/gkDA46SrcRoZA1zyPQaBrHd6Dq+PlqDDcq83kbnC5sVs+Mz9MYOLogIzJK7FST1vQiSIl6BDe7Hcj77ZB7E8y1nIfSU0lmWJi79HTCQZOqXINuFx2GwyzCwvCjIsW2LmC9lSqPFGa8eW0x+YQfXoC2VOWKJYyL4pDNzHUTiAgOiNSAUd2v599NDhu/U1jstmthsbZLPn027wM/qbdwIZRR6+ExR10gew/Mxc5gtPrCKfcCev0ZenPVrq3nsyYDkXeeyC9fNo7+der3BzvQ6xgYOlQtw3BR8OCrAUSOj/7E9DMYPCrzcocLD8iOJJKdY1EP15ysFuIIQgijGjcfS5l23Hzxue2EWhjM9mLx9+FjCLh311WHbnibsUQHj0+SsQGjkneydR1KFwxOw1ilueoENh+lxk0rwDEZrPrcP+svD+slfW8xCrS/BOjdyo8XQ72vI77INCDXt8sR8RmzXR31k2xoye69E43RN0eAIXRccvIITSd8hz+NCezi/vw5559Dqz8S7A8fbsseNshUbWGT5bLU9b4fNryw3UQyfcZ2iQfi9RJ0jW0FpEQARIIGJBR/1z5DgiIAKxJKDsnFjSbX1uBjrsufLX3ForxD+XGpHmSlrScGgSv7lmcOPv6MHAjz9n0M3MFwYpyy3Vyx3fG9r3pb3dsHSCz2X5B+djAMkgjgGqv4Esgy0GiAzmWIbBE4GW5hqH9FysTwiD4vzCOhcMM2Bj4MUjkYdiPywZ4Rr9JVIUWyhmsO+I/5n+dfvXyXKxJZGVxCwOZkD4j1xvb6/cA4UDru3XP+tcrxIG58xcCG1+zDVx7Tw5h2VszE7h6UUMHEP5cu28ngF5aNcVCkYc7Z045l+zZ1cy44lg9AHuk2Ib7USmHqO2uJEVT5AK5cLgvx43kbNXSuQ9u611OpsjwOeR4px3qeGN/hHao6mt+7n7WtxHMH4GnIu+xH41nJ++sTQEGdrTf2w25yVTrjnUH3g//ZbZPfQrCjqhvsV72uJBf+D8nqjhze/Znn1WaHvamydwUVjwlw96fYDc+4NTmMiKa6DNuI5Qxq35JtdGYfQ3CLNcy7J4DoVFzvUjhFE+z98gmNezHO43ZKZRwGAjaYqTFGT4h83J/cN7F9mbiSWKbXHmPfQ97oW+l4fToobjHWN2VBYF3JbTOnGJnzt/YB30zRWaTouioEX7+Uu8+M6xl9KfaABN4YqfMezdw5/xs4T3ct8c3jvK3zH7jn7G37FpNtdPMcj/rvJ5/AyknViGxmvJjH5Fm6yyQm+XwejZij7DE7OqnK0afbmjtor/3wp6YnsEdNKv/EMERCBIBCIWdPQhFiTzaS0ikFwElJ2TXPbUbkRABERABEQg2QgoSyfZLKr9iEBiE4hI0FH/nMQ2tlYvAkEnoOycoFtI6xMBERABERABEdAX3PIBERCBoBCISNBRuVVQzKZ1iEDyEVB2TvLZVDsSAREQAREQgWQkoCydZLSq9iQCiUlAgk5i2k2rFoGkI6DsnKQzqTYkAiIgAiIgAklLQFk6SWtabUwEEopAhwUdlVsllF21WBFIKALKzkkoc2mxIiACIiACIpDyBJSlk/IuIAAiEAgCEnQCYQYtQgRSm4Cyc1Lb/tq9CIiACIiACCQiAWXpJKLVtGYRSC4CHRZ01D8nuQyv3YhAUAgoOycoltA6REAEREAEREAEIiGgLJ1IaOlaERCBWBDosKAjBToW+DWnCIiAsnPkA8lMoKHB7N1Pq2xYbi9befm0mG+VzyuvqLc+fXpY77QeMX9eUB5QXtlgPbHdfn1TZ89BYa91iEAqE5Cgk8rW195FIBgEOiToqH9OMIylVYhAshFQdk6yWVT7CSVQW9tgm+47zzZbv6/dctGgmAP68PMq23dsnh26d7pddWa29UgBfSO/sN7W3WOujdywr824Nsd6906BTcfck/QAERCBjhKQqNNRUrpOBEQgFgQ6JOio3CoW6DWnCIiAsnPkA8lOIN6CzpsfVNqpVxTYTlv2t4nnJo+gU1hcb6++W2kbr9PHllmiZabTr3/W2t4n5tk6q/e2O67Msb4SdDr1Wv30W6298X6lHbFvuvVFhpeGCIhAxwhI0OkYJ10lAiIQGwIdEnRUbhUb+JpVBFKZgLJzUtn6qbP3eAs65RUN9snX1bbskr3wJ/YlXvGyJDOPDjp9od19ba5ttXHfxR77HsraBg3saav9X++UyEqKBfdLbi6yqQ+W2P/eWsIy03vG4hGaUwSSloBEnaQ1rTYmAoEnEFbQUblV4G2oBYpAQhJQdk7wzMb+KyWl9VZS1mA52T2tf7+2v6XntQsL6q2mrsGGDOppaWH6tVDYWFjYYA24cfiQXs2b5zylZfVWWFJv2Zk9LTOjc4FkLdaRl19vvXr1QGDfw9Lwz7ZGZVWDFaBMh6U5uVh7uLKkujqzPOy1vh57zWl/r9U1Dfbv/Do35xLDIKhgg9Esuaqrx1qwz3rMSxt1JhulvLLeiooabGBWDxvQv2O8Pb6086CsnuDctv+SL8ug2MdnMPiGG5ybvgS8bfrSB59V2YGnLbR7r2td0An7DPjfAnCjzSn89Aq/rHBTut/Tf5k9xB4+nHdAO++Md30R3rEqMBqc06vFOuph2wX5ddYHa8wG4/b8kn5GZmTMa8Ptx7uePYbamvuiG4vs9ocg6MxuX9CpwF655/79e9hAvK/h3p8OgezARZ4P8nl8b9t6x2mTsvJ6K8AaKUxxvxoiEGsCEnRiTVjzi4AItEUgrKCjcivowHv1AAAgAElEQVQ5jwiIQLQJKDsn2kQ7P9+HX1TZoWcstDlPDrcLri+0596osOpqQ1BpdvR+GXbKEZmWC+HAG7W1Zo++UGYTphQ7kQMhrQvqzjk+y44ak9Ei0L/zkVKb+kApsipy7PQrC+27n2rMEIz9/PoIy4J48/3PNXYxsgLe/aTKKJr0hv6x+3b9bcL4bCecdGSUQAya/liZ3XJPCYI4CEb4HzNTLj9toO08sr/19E1DIWTClCKb+WK51WAfvHYExKXLcO2e2w1osfZrbi+2Z16tsGvOzrYLbyy0//5a60SUpYen2RXjG+f2ixq1WP+Lb1XYZbcW2Z//NAo6q63Y2y45JcvOvLrQttigZQ+dNXb+15bDOp+5cwgC00U7ZdkL7bHRf/rYrZcs6rnDgPy51yvsqtuK3fwcFEtOOyrTjtwnvblvzP/+qLXRJ+XZuMMynP04GAhvf+gCOwLX/fZXLYL2UvBusAtPHminHJ7ZbkBeDPGB10++r9Qo1FCQW2GZNLvyjGzbdtN+LfjOX1iH/RfbU6+UG/2EfJcY2gu8sm23bcDLZwtyevujKjv3xCy75KYi+xnr5txkwrm337xx7l9QTrXx3nOdcELBgz/zBIStN+5nD92c6wSQzcbMsy3RQ+dq9A3ybL7dIfPtP6v2trVX6+O4FRbVuzWtg3+fBLarIptnkV832Mrb/2tnH5dlxx+Y0YLJOx9X2f6n5NmLM4bi3sZ7uBb+/NJbiuybn6rh1j2cAHo4GF8Mrmm+5Khv/ltj+52cZ+/NHGbjryywl96udDbhe0M2o3fqb4/PKnfsKJTwHdlsvT42+dIcW2p4S+UsH3uYfF+J3fFwqVXjdSLl1eFn1503yDZYq49rDO2NLfefZ3vvOMDt5cYZxRCRGm2y2Xp9beplObZk09xPvlxux12Qbw14NEU1v1+PPSTTvR8ccxfU2RWTi91aeR2NsuHafe3687I7nBnFLKB7niizn98c0aJp97y8Ojvl8gIn0jx4U27zHnY5aoETyQ4fnd74bv1b5/aw0nLY8znZtjneK//4a26dXXxTob3yTqXjQ1/YZtO+diU40281RCCWBFTREEu6mlsERKAtAhJ05BsiIAJxJ6DsnLgjb/OBFHRGo/8Ig2MG1DtBqMgY0MPeR0bErNmVtuvW/eyK07ORydHDBdUMJCmeMCjcZpO+ToihCMTg/MozB9oxEBG8gJuCzvkQiTb6T19kq/Sy9dboYxUQBc44OtNlsYwZl+dOJRq1fX9bEr9nqdDjsypcMHv3xNyw3/yXobzoWggvj79Ubttt1s+JJsweYDD3BnrJXIuA7zA0B+Z6GAiecVWBfQcRiUHuuui3UgoBaBZEmE++qbazj81ywTjFAQ4KOjffXWJrrdLb1lipt2tqXIRg+6lXKpz48MANubbR2n2aufLnZ11T4MQCihcDM3vYh59X2xffV9vXPyKg321Ai6bIkQo69yIIvhpr2hBCz84j+7lMJAoKs2ZX2LH7Z9jZENQomLQl6GwOwYMixEAIaRRispFNsjn2tDYEj7YGxZwrIdzRvjtu0c82hc1Z0sVnvvVhld18UbYduEcj39//rnW9e37+vdb23XmAE1KY6fXCmxX21Q81du4JWXbwngOahScG53fCl1YHWzKmP1EgpBj021919tikXCfEUOC498kyN//Dz5U7jiss3RiYs5fOnhAAKUC0Juhsc9B8+3terbtu5EZ9nR3Jh/5SUtpgbzw01IYPbhRMmEEWiaBDEfI07Jdz74E1UMyZPafSiW4H7pluE+F73ntAQWf3Yxa4U86YMbIL3ilmVpHNZ99W2/oQYn7HnllKtu7qfeyPf2rtkefLnbDz0j1DbXCToEp7UPQh/5227OcEHM+HP/qq2qZdleN8zxvMDCtFpspQnLBGn1luqTQnolLQ7Iv37qW7MTdEwR9/rbGX8K7zveHnAcVZr4cO31kKZX9DKDnz6gKIVzWOOVnSXk9D9KQYMw29i/iOhBudEXQoBK+0XJrbL9+5v+fV2ZMvV7jPkOemDXG/4yjD6W57HJMHIafBRu3Q31ZcNs2+xb2PguUqK/R2QpF6A4WzkH7fFQLK0ukKPd0rAiLQWQLtCjoqt+osVt0nAiLQHoHpF80SoIAQYAC39wl5rtns7VfkNJdDVVU3OOFm2qOl9tBNg52QwG/lH3y6zOYhE2PcYZnNwdE/CKwoGGyCOSjEeEdHU9A559pCO2SvdIhCA1uUPvyGAH0Ksj4OQpC/DoJYBr8UaC68odAFs9+/MiJsqcTn31XbQSjD4bf34yESeWIMMwlOxbf9GyF74HRksHDuux8vtauRpcFMBgpIXrDNIJnX/gHBh/v3gkNP0Dnx4Aw745gsJ3JR0PoAvVx4PQWIWy5uzKDhMeGb7DMP2RRpNvmyQc2CA8twbnugBNkRJbbvLp0XdJiFtBmC843X6YuTqwa6AJ2DYgfXyQCWAgLLodoSdHh/DTIWpl4+yAkzHRkU9Y4+J9+OQ8YKM3m8zA3a+6SL8p2INhZ+QAnstgdLXRbIrWCyy1Yt+Y69pMCVEpEvRQUOCjoUBznvOPxJbxIM34ZIRaFkW2RV3HD+ogylcCVX7Qk6zIKhyMT1U9R66LkyO/uaQme/MbALR6SCDnv2UAA5BmLa0iMa7VGA7JmD0efn+19q7OsXR1hGeqM46Bd07kHJGLOWOIpQZrjLkQucWHUZ3g+KoRz0s/sgYp0BAeVBvHsUbzg++rLaDj9rocsgGntoRnOGC7OuDjh1oSv5emrqYOvXVPZFQYelRzxdbRuIeBwUYKfAJynU3QdR0pubv2uv5IpiGm02Adlp+4Cl9/5wrwcge2nLDfvZjRcMcpl97Y3OCjpnHZvpWPOzhZ9DL79dgWynQrcWromD7wMz/mhrirvMzqnG59jN+ByjOPvJ08OdsKwhArEkoCydWNLV3CIgAq0RaFfQUbmVnEYERCDaBPYc+bON2uqnaE+r+TpJwBN0brs8x/bacdG3+5zuU2SuMBhnSQhLUTiYAcPh76/DXh67Hb3Ahg3p6XqceD0rPEGH36IzwPIP168HQkU6erh4QgFLeq67sxgBZ6l98MQwW74p+G9raxQRZswstdsn5Nj6ay7KluH1FHUyBvR0QTXLi06bUOjEjkcnDXbijH8wu+iQ8ejPcn0Oso4aA18KJdMfK7VHbx1s6/nmZlnR8ShPYTnHC9OHuGuZgcPynnOQhTK+SUDy5v8ZJVR7n7jAtoX44T+2PJIMHdroQATszDjab9dGAcIb7FVDfsy84WhP0NkEghCzqDra8PYmBMGPvVDuMj/WXLllpM7siCyUDKWDJcUQ+gmZz5wyuFlY89ZI4ePY8/PtkVtzbdN1G/2A4gAzRZg1wUwcb3COoyAisWTpWZSjeaOzgk5WRg+IbDnNogvnY1nbjofPd7aimMQRqaBTgz1XoTSRmWtemRP9mRxee6/SPn1muI1oEm48QYelSRT2/OOEC/OdADT9mlyXUeINrnGTfebajRC1mDnGMeneEohR5XYH/J0ZUP5x/V3Fdv9TZTYLZWGeaEFBZ01k0lyL085yIPZ4g/667cHzkGE1yA4e1Tg3R1uCDkWwc68rdMLUfXi/B4eUQ1K0/fKHanv45sFOVGpvdEbQoVB298QcV9blDWbcHXBqnhPHZk4e3PxzimTpeO+9MsYaiJ0zHkeJ6OQim4WMpFA/bnex+qUIdIKAsnQ6AU23iIAIdImABJ0u4dPNIiACkRJQdk6kxGJ7vSfozH54KEpCWgaJzBw48eICJ6xMQeYJB4M7Bq7PowyHgfoX39e47Atm9GyBkot7rs91TXM5PEHnyxeGL3bUNH9PAecziEZPoWzj4y+rXL8U/oz9VxgQh+t5cR6CzC++q3FZMf/XTn8MBt+HoS9N7qBeyPrIXqzs4gcE1Hscu8AJJqN3agy4KegwS+L1B4Y2B+b8ORutUtBhNsAr9w5117K8i5kZZOTd71mN+9kCvUxY3tRhQQfiEktLvB46T6MM6fzri2za1TlunvZGe4LOqO0H2JnIdOho2QlL1FhCNemSHNiv7cwGZggxU4rXXHfuoMUaJn+BTKp9x+bZpEsbs3c4KOg8i/IkimJe2RN/ToHqiLMXumyiWXd3XdBZGmtivxxP8OIzWD605QHzIOZk2OlHNgqVkQo6FCRZfvb2x5VuH59/W2N//Qv/xXvATDF/Nogn6Dx/15DFBAWWqVGcmIw1+rNH+LN1dv/X8TxqTKPocjaEE4qMrTUDpsw6LLenK0HysqAo6LAs8iL09PELsDzmfUP0JboJGTWHoiTRG20JOszqOfq8ha6crK1nswSLYunQML2vOiPo8LPlMQirfiGJDa73HbvACUhP377IT+iL30J4ehIlkBQB2fvKfaZA1J398DBX3qchArEmoCydWBPW/CIgAn4CbQo6KreSo4iACESbgJohR5to1+fzBJ2XEDz7MyU48y8I5k+6ON/WQHYGyykYxL7+fiWajha5sodV0BOEjX/Zn2IiMmsYzLUm6Hw9a8RizV2Z1XMRmpeyFwl7oqyKeVbDPJ+ipwizQt5HA9lwgg6DQ5YFTUEGBvuTtDUYrB+JrA+WazC490rCvOvZZ4M9TliCw/4gHE7QQcbDmw8OtWFNfVb489YEnXcQ1I85eaHddOEg9JRpmYHBki72ctkCfUhaFXTuQFNk39LZ44RlNcym8QQd9lo546pClCwNsq2bMoja2mt7gs5e6B105jGLStPCeQ8FM/a/oWDWXrYUsyDYyJmnbt0K8cff5JnP+BS9kfaBoMNMnx3Qi4eDgg4FghdnDGkuIePPoy3o8Ph22tx/elp7gs5Z6KV0wkEtmyIz4+awMxe2aIrMrBq+B78g64uZNcweYZNlNhhmOVZrgg4FKn+WCfdLQecviDdcYzhB5yI87wn0/2GfnNZOD2PmFTNu2L+Jg4IOy+IuHJvVwuc7I+iciBK7zyDM7Y5nt3b6HZuL74vssXCnfHmCzk9vjGiRyfUP+uKwKTLFxtCmyBRpHoNY5G/O3pqgw+xB51cQm+mvtMdq/5dmv6OJOEsuX5w+VIJOuJdev48KAWXpRAWjJhEBEeggAQk6HQSly0RABLpOQM2Qu84w2jN4gg6DvrGHNpafeIOlSGMvybdTcdIV+1cwsGKmy0JkUTCbheUcPDbZCx4jEXTYm+f6aSWux83+uw9ozuq5YXqJK7vqiKDDXjuXT8JRyyhBGQnBJHTtzMwZiWbPLIlhb5635qCJMIJqHo/uH2ySe97EQmN/Ey8DJhJB51f0MNlwr7l23AEZdjkaSPsFDfY9oRiwE5rS+gWd9fac607yemLqkBYlYK9CPDj1sgJ3ypMn6FA82OGw+XbxuIGuAbL/mOgvIbiwhwqbFjPQjqagw9OIbkApz4xrc10PJf9488NK96/snUIPYEPoOdjra/f9P3tnAR1VsoThPy7EkODu7izurrvYIos7WXi4u9vi7u6uwd3d3T1IAnHPq7phkkkIJJmJzlSfwztL5rZ91Xd4/ack5U8X/vW7PchOrkpFKlVonKaCDtuoEiUPDt9+lUMnyoIOeXDkrflREXM4r4+6DWdSDqRpS13DCDosrnByYvZ+UbHnNXUe4oz9nGhbLV+LykNHW0Fnwx4PTFzgisWUgDi8pxZ7sYT3vNJY0DlJZcspnE7VWMjlKmF7jnoq5zV85S3OU6P6Hojs+2kchT4tpdxatynHkHo5cWbUncTjjGmMNRZ0TtKZbDvAGZz3ir2a7KksPL8rnP9n4BQXEXQiM458HmMERNCJMZQykBAQAlEg8EtBR/LnRIGePCIEhECUCYh3TpRRxemDKkGH832spXAp9sbhxhWKBtIlnUWQAxQWk4W8aPg34JwrJz+FLXDyW2582WMPko6DnZXEypxDR5VHQxVyFZGHDpdvZu+cBZS7h6vXcGNhos94F5wiIenyztRhcopEBIXFi78pIStXlmLvGk6sy42T9nKZaC7LzEll+XLOVagGk2jDSZhZGFGJIpyzhat8sXcE70nlJREdQYfDOTi5LXvjzBmZTOHAjXN/sBfHpn0eaEmeE+qCDufs4Usse92U+pFXhr0OhpJXzM4jnmhJ1aNUgg57GFVr81kRSniNqsTNPD6XROeQprNbUsW4oMOeS+x5w8muma8JJV3mxh4uf3alc0BnZRnlfmG+XEmIy7u3a2KFoVSKXMWXc+00JL7shTVzuF2It1N0BZ0rVMWJ1zKExuYk2Bzu5EMCoyq8T1tBh8OKOK8Oe2NxaJjKG4TZdqL8P+xBol62nNfC9lYv/81V2jgnDj97mQQdlfARU4IO59VpQXljOIk4579R5YJiMWcAJXlmQXVId9uQkLfoCjqcNJzzJh1ZHeytx/mi+F1mux85660kq+aKXuMpybTKq4y/E3rTO/sHCX7tyfaqkvG/+hJbRiFjw6dThTMSpRpQcnJuLBSzUMU5sVjI1NRDh6uh8Tgc+sjjcONKXByqtpveqePrUtG+JOQqTv+B0ePJRNTRY+PL1oVAHBP4paAj8Z9xbAmZTgjoOAHxzkmYBlYJOlzK+u5j3+CS1pQDh/PjvKGcIIO7kVdI8yTKpY6Fi76UXHiro6dSFpgTkt6gECm+sKamkAsOo+LEyr3bWythNL8TdDjvDF+K81KoFZdF5r7H6TfspjQPCzIcVtKQxlIvwxyeoD9dwtdR1a1x5KWTjMov16aS65wv4zBdPjk56qbZKULEFRYAWHBgrx7O98Elor+5BmEHeedYU+LcqZSrRL3iT3QEHV7Xw+d+ijDEAheXiGZBgIUp5uZMwguLPOqCDocycZgXhynx5ZMvwuxhwKINCyZ1KlmECDo8PttJSRZM4gkzMaE8LexBxSIYV67i57nFpIcOezgt3+KBKYspnI7ys3BJe+bIFYa4IhmHwajEOP47V47ikCC+NFcgz52v3wLo715KeNA0SgjMZ0vVoivo8D45JIdzLtWiPDwcNlSAEgNzomHO66KtoMN246pbYylkh8P/uMw5h0Jx+FRBEjDPkPioLujw2R49+7uSN6oIlfZ+/NIPl6hMvS29O0/pv7mcexsSnphPTAk6nFtq9Q53TCDRghNSc/gae+WcvuythH4Nc7CFQ6vgSlncoivoHCDPop7kHcZnlnM4cRU59kDiRNz8XrFYsoJClzKQFw17STGzQ/Q9wWdi0gDbn/JHRfSN95bzF1FOKT7HvH7ObcSMWUBmTzoOk9JU0HlE7yAnJ8+UzlgJNWOxiT3egmih/K6zTWtXNCdRNzRvUML8VpZV6QIBEXR0wYqyByGQOAhEKOhI/pzEYTxZpRBITAQkGXLCtJZK0Dm6NiXO0aWVRQgPKsPNYUksHPAfruSjapyslUUUFnL4wp82lTGaU8gUewtwHh2Ov5kyMKmSIJdFC/be+ZcumTbhwpzYI2I3hXDsP+FNYk6AImRwfhiuhrWMwrH4As8CAofA/K7xb/c5rw974HwmjwJDuhVy7p02lOw1fAJUvnhyZSUWk1jwMSIhgNfJeUdUwoRqrsuUpJnDpdpRhSEryk2iat50SeQkuHzB5Qu7qvHllr051lF40Ys3tDniwPk72JuE98g82/9Ibqvqc5zWvYnyBTl9CVAu0SxuNaYqSDspDwuXwu74o4w1Px9AyahZzGBBisUMvqQy+ya1LUicCg4r48ZeOxvpmVJ0IVdV5+JE1sw0T3ZjKrdu/lPS4t/xZe8PFvd2U+JqFmiYGSegZi6cP0m9sajD3kinyKvL9QdfDnnisvVFSfRQb1z+/TYl1G71l6VSlUjV+BK+k5JA835bUz9V45xNfPFfQ2FgKs+RhpTAmj1GeO8cwpeZLvIsjqm8g1ZSdSM7yidTh86wejiSG3nWLKPqaBVJdFKvYMYeNyxAsTeKO5X75pw0ZUiwaUji5SgSb4Y52IQkHObzs42EzZMXaa/Uj4U5fleYyWTydOHkyFyGnEPtXtM7s93Rg/ZqpYTZqTfHk3QW3YMFTPXqYzw+e6zwz9XPMdtDdd6/UDJyA9psqhSGireLKuG0anxmwp5RFUnI4JL2qsYJvVm8ql/FAnlJ3FQ1Fkg5EfhBEuw4LxILN13p/WMBlJvKNnwevrF9CTx7wbHgE76K3e/OFAtFK7Z6KEmkDWiMjHTW/65rqSQz5jPEgrCqraXvmkBaV1P6XD0/D39Hbd7nRd8bUMQzVWOBiUVaPiP8TrH3G9uA33t+P/k9H04ilTQhEBcE5JfjcUFZ5hACQiBCQUfCreRgCAEhEJMEpFR5TNKM2bFUgg7nrOHqOCx6eJFYYU3lvn9XDYnLdnM5cH5GFWbBP2Nhwyzs3f23C2Zhh0UZ9rIw+XG35Ms85+VQHzuyXfO8LLLwZZ77qeeZCd9XNT4/Ez5BcmTzRPY5r8OH1sGCTmTr4LF4/xw6xKJEVNaijE9sgjmHso9sXdp+ruLLtuYqTvHFV+FF+2cPJZNf58HWart8jjnMjQUB1Zn81YB+5DXD4gfnkFHl3WFhhPtHxf6aLjTkvNMAppTsWyXoaTqeer+I3m31z1kgZBtE5V371XrUx4jKuY/OvlRjs/ho+uM7RfWzuHxnorNmeVY3CYiXjm7aVXYlBBIagQgFHVGUE5qZZD1CIHETkHCrhGs/dUGH8+RIEwJCQAgIASEgBGKGgNypYoajjCIEhMCvCfwk6Ei4lRwXISAEYpKAJEOOSZoxP5YIOjHPVEYUAkJACAgBIcAExEtHzoEQEAKxTeAnQUfCrWIbuYwvBPSLgHjnJGx7c+WcqZT0dkJ/WyWRsTQhIASEgBAQAkIgZgiIoBMzHGUUISAEfk1ABB05HUJACMQaAfHOiTW0MTow55eIrNxwjE4ogwkBISAEhIAQ0BMCEnalJ4aWbQqBeCIQRtCRcKt4soJMKwR0lIAkQ9ZRw8q2hIAQEAJCQAgIgSgREC+dKGGSh4SAENCQQBhBR8KtNKQo3YSAEIiQgIRbycEQAkJACAgBISAE9J2AeOno+wmQ/QuB2CMggk7ssZWRhYBeE5BwK702f4xsnksz/648doxMkoAG4fLXXO6cy2VLEwJCQAgIAd0hIF46umNL2YkQSGgEQgQdCbdKaKaR9QiBxE1AvHMSt/3ie/WnL/vg7DUftP7LEhnS6H459YAAoPc4F+TMaoyebazjG3+Y+aMrrAWSLmUomlSCsqEsRggIgfglIIJO/PKX2YWALhMIEXTki0aXzSx7EwJxT2D5CMe4n1Rm1AkCAZSkuf9EF6ze4YGFY5OiWb0kcbIvTg79/lMA0qUyinPPIH//IJRv9gnFC5hi7uiksbpfFmhu3vfF+Rs+yEhiWf2qFhHOd+W2Lzbv98Srd/4wogJoxfKbomX9JEiXOuJqaCzCbT/kiXcfA2BiApQrZoYmtS2RKkX0q6c9f+OP/Se8kDGtMaqXM4OluWGsMpHBhYAQEAKxTUDCrmKbsIwvBPSTQIigI/lz9PMAyK6FQGwQkHCr2KCqX2MeP++NHYe9MKKHjUaCgCa0mvz7Ba/e++P0xlSwMI9bF5O4FHTefAhA+4FfceuBLyqVMsfWeSl+wrXlgCd6jHZBEgsDFMpjgm+uQbjzyFcRnOaNToYcmcN6Ta3Y6o7BU7/DzsYABXKbwulzAB4+90O1suaYMTQp0pJIFp32v7EuWLfLA9kzGSvz/VHINDrd5VkhIASEQIIjIL88T3AmkQUJAZ0goAg6Em6lE7aUTQiBBENAwq0SjCmitRD23FCFy0SWuyY6z/IiInte9blRFB0xIhsv/Maj8nyt9p9IiAjE+W2/F3SiMlZk4Jmzjw/9DzVzMwMEBETuocMeRNyDS8xrKjf5Up6eYf99x6MXfnD6EqCEs22bH1bQuffED636fIVVEgOsnJIc2X+IN3uPeaH3eBc0q2uJ4f/awpLEHm5X7/iiUffPKJI32LuIvWq4sYfVqFnf0audNf5Hf6Jq29fvA1Cv0yeUKGhGY/ugW0trdG5uBeNINCG2C/9hPuEbs+MW0WcR2Up5nrYXldCx6I7NHmj8foUfOzrnKuQs0DiRvauRnUX5XAgIgbghIPetuOEsswgBfSMggo6+WVz2KwRimYB458Qy4FgY3ss7CMfII+bOIz/yxAhEEkvysshlgoolzZHMNuzt2Pl7II6c9cYj8r5wcw+CjTV5cJBHRoU/zMg7I/RZvpxu2OOBgvSZm3sgTl/xgQuNXauCOSqTV4iPb5ASzsN/v3bXVxEFPDyDlIt7tozGivfIGerTtnESWCcJHdfTKwgnL3nT57RWt0AKxTFAvhwmFJZjDlvr0OdYuFi3yxM1afyHz/zA4UMutHYbK0MUzW+CKqXNYWZqoAgAZ6/6KJ+v2u4ON48gEhCsQhITN6hqToIGxQ9Rc/MIxOEz3rj/1A/u9Jw1jVWMxipfwhxWxCwqjed7+dYfR4n3Cwor4pYrqwkqlTRDs/99RYkIQq5ek9fQsfM+eP7aH7yvNCmNUKGEGXnCmEQrgTLPvWanB2aucMPgrjZYSx4w7IkUXtDhz/9b6orNc1OgXHGzkG2xzUbP/g7HU97YvTgFMqUzVvgN/e8blm/1wIHl9ooHj6rxWRo05RtuUHjXqWh4PS3f4o6xc12xYVZybNzrifdOAVg2OdlPZ5HXs363B+pWtsDdx364dNNXsRGHePF5ZIGJw8WOX/DB01d+JCgZEGtj1KpogRRJw55r9gZiO9hYGeDoOW+85bAxSk6dI4sx6lSyQHK7sM+zKPOIztUpCjNj+7CowkIWnyv2XlIXWTbt84Qdnc3MGYyUd+cteUjlpHHbNbFSRC4+0/x+cBgcvyN8pvNmDz7T4d8p3s/JSz548tKPREAgZXIjlCxsirIU3iZNCAiBhE9Awq4Svo1khUIgsRFQBB0Jt0psZpP1CoGES0C8cxKubSJaGYsoo+iSfuCklyIU5KTLKL+/jqsAACAASURBVF9mWQRpXMsS/TvbhFx++YLefaSzIvzkzGJC+VeM8ILEiScv/FG/mgVG9rRVQnS48YW3QjMnZE5vrFyqWTzhy2krSnLcsIYlXEnkqdD8E2rQpZXnTk9j8TPTBtspY/Olntd1aUdqJacNNw+6+M5a6aaE4rDQlDubCT6Sl8ljEpdqlLfAmN62IWt1p4t96aZOqPSHOV26vSl0xwTJ6RLP4pE3CVjd/7FCjx/Jh9mTZPtBT9x+6KcIJkXymYZ4kwx1sEHpImaKeDR02jdFWOG1ZqF9sTDzjsSG1n8lQc+2VmGEp1+dAg536jbcWelbmAQHZsLiGI95joSlWhUswuTQ+UA5fToNdcYrep73y3tgMYsFg9G9bFGzvHmUD9wFypnTcZAzOjazwt91LNF1mLPiZaMu6LBI0GOMsyKOXNmZWsmdo2os3uyjvDYOI5xJbElBQpYZWAxs1fcrnRl/8myi59V0D/ZCYjuOJi8dFnRUnj6/WzCLbn0nuID3vXeZPXZR2B0LRhtnpwgjFvEYfIbKNHFShI8TF32U8CwW7C7d9IEdnY/2JAayUPKYzmchEr8+uwQqIgyHby2dmAzGatXEyv0dfFZZfPShM5AtowkJL/4UNuaviJvzxiRFarVcQHyOBkz6hi8uARSSZqp4/tyl94JFRfZSYpFR1Wq2+wR3es/SU+4hzi/EOYhykEg4ro+twm/eGjesojPIfVnI+fQ1OFytCgmf4/vZwT5ZMFR+jwZP/aac0+IFTZX3hYVPPz9gLI1Vr0rEuZCifEDkQSEgBGKdgIRdxTpimUAI6B0Bg4u7CiqCjjQhIASEQEwQEEEnJijG3RhLN7tjDAknHZpaYeT/bEPCQFZuc8fwGd8xfagdWjYITkrMVZi2kfAxsb8d/qGfsajgR8l8V27zwLh5/GxSNK9nqTzLgk6ZJh/JM8Jfeb4TiQgs9XAf/sOX8VKNnPDJOQAbSRyoUsZc+VwVEhORoMNJcnkNnMR36iA7epY8bKjPqh9rZfFFVSGKBZ2SjZ2UsKJ101OQ4BMsfHh4kpdQ+8/Kf+9YZI9UyQ0VLxP+U6fDJxKIAnFuS2jIlWq9fOmeuMBVCR1ikYvDZXjuyYtcsYwYLhqXTPEGiqxxnh4Wy2YMS4qqlF+G9/yZGAyc/A17j3spXNWTIjd2+KJ4BM0cnlQRLvh5TtzMHJ689MfNfamjFHLzhcQMFnA4tGvHQntlzvYDfxZ0WMxoTQIN72/TnJ9z61y47oMuNE7/TjaK95TLt0A07flF8U5ZMSXZT9vnMC0WaGaNSKp40kTWWEhiwatfJ2sS/5LgAbH6d6QLiV8mCjP1FnKGSABZN5NsTHy4schWqtFHxQusLHkYsW3Ya4cFJrbj1CWuWD8jOSqTN42qlSXxj+fq19EGg7vbhIS08XvAtmlP78d/Q+xCnq/W+pMi/nF+n/w5g8Wb2w99SfB0QSBNdHF7qF1Y0GEPsBaUUHpcX1vFW4cbn/XD5LHTk3IV8dmZQe8an2lu7EnF4s2ALja0puCqZ/xOTFvqpnAuVTjYI4fPQut+XxVh6AKFCkr4VWQnTD4XAvFPQLx04t8GsgIhoEsERNDRJWvKXoRAPBOQcKt4NkA0p/emHC6dyfvjMeVTObc1dZgcJRxSdPisF8rThdiewjq+uwWhTNOPipfIFrroq3tusJeMA11kv5K3AnticFMJOulSG9OFOqkSGqLeVJfxanQJnzPy56pO4QUdzhnCHjsHT3nh6NqUYcKreNz6nT8jGYXFLJuUTAmVUQk6HMo0f0xYoYET/o4gsWofeYCoJ/f9VQ4dvix3HOxMQgGF76xPFcYLhb0pmvb4QiFT5hhFHjO/y7nygYSG/LU/oAWJNjOH2VElqNAwLa4QxbZgUUIl6LCnVJF6HxRhYzqJGepj76BqUgNIaFg8PpmSePh3jYWNhevdseuIJ9bNSKF4irDQFZGgw2ei+f++kFeIEZYSy/CNQ+O6kuDSoUkS/NvamoShQDT59zOKklcTi07hG4eosfg0gry3WtQPFvt+1fzJO2jRejcs2+KBvUvtKb+PEXxp7YPJM2rXES9c3ZVasbGqhZwh2v+cUWHn5oTO7Pk1k7j9WT1USGJvqIbdv6BbCytFnFM1FnTYW2nJhGTIkiE04TMLfXy22MNm16IUikfVMwrfYu+yoZRHyIE8vdRFlOnL3TBp4Xec3ZxKeVe4saDz6WsgncOkKFM0NDSKBaYJ878rezu4MmWIJ45qTX91/UxrMsTqaXSm6axMX+aqhKCxsFWKwqxMyUOHG3vMZaU1c6ikNCEgBBI+AYmMSPg2khUKgcREwGBIn8ZKUmRpQkAICAFtCYh3jrYE47a/M3lXtOj9RQkZYY+X37WX7wJQrZUT+nSwVi7y6o0vvSwucCjU67NpYUqXT5WgU5U8b0b0sP2papTqMs5eQSqvHvUxwws6XAWqA4kqfCH/q7oliTZhV3uE8p4YGRlgx4IUSpJhlaAzkDwc2jYKW/b88i3ylqB971+eErkpp4qq/UrQYU7NSOTgcKQ6lcKKJ96+UIQDHmfpxORhhK7wPM+Td8tf3b5gGrFm7xb1xqFGNdp+UjwvVIIOh0jV7/RZ8czhkuHqjcWe3Ue9lITDvduHtUf4eTlHECcn5txAHEbHniG/EnRY/GnR66uSG2nV1OQ/HYnL5GnCnj48VlcSRb6S5w97HeUjL5V5EZRbP0j5djiR8njyTOES5r9rfCaa9fyqhCSxt5UqL9GBk94YOfM7hpDnDIfKqZrqDEUkFo0nj7F9J7wVEUWd3UeqvsWcm9dLosyhaizocKjdxP62StiWelu0wR2LN7pjz5JgkYlzCHUa8lXxOOIQRfX2iMK7dh72xGYSPfnsc2NBhwXJtdOTI7V9qLDpT95SXYe54DZVD+MzbRYapaX0O0a5fwLpmV2L7ZX3h+3I3jxJSdQqS8JQ5vRGSpgY56lShWXF7TeIzCYEhIAmBCTsShNq0kcICIFfETBo1KhzcJkNaUJACAgBLQksH+Go5QjSPS4JcBjO3xQuw4lch/8bermNaA3PKHSqOl2Ex1KeGvYYCd9GkmCwcJ0bXp5JS3l0DEMEnXp06R1ICXg534d6U13Gp1DOnPoR5P4IL+hwaBeHAnHuEq7MZBC+khH9S8a5TqaQWMJzqQQdzlPSqGZYIYHH4H1HVdBhL5S/yQvHibxxOM/QT43mrlTKDMMcyEPnN1W6Tlz0Ju+Xr4rIEF7cYM+YSi2pspNaUuRTlPy5EYVc8aVdPTmuMv+Pf7k5lC0yzxcWql6+DSDvENOQPD/sdcQJfY1Jj6hGwgPP0aM1iSVkJs6zw6Fw7DUSvp2ihLwsZkwbnBR/1bCg0LkgRewyI71pF4WwhW/sDcW5ZjZSguMykSTuPXfNh6plfVESEKci4UPl+eJJ3jHPKIF0nmzGcFyRMsQTJeQMkc05DE+9cXgcC20LKdyKz4WqsZBVvc0nqtSVBMPUzjwLOqVJJOE8TKo8UKo+nLx7PHnSsNdQZkoEvYsEmy7DXSiPkhFVAgtn8B92mTzQjqp0BYtwLOhwKNX6mcnDJHZmkbIdhb1dJOEuA4Ws/XR2aKy8lIuHQ734TLPYxh5Se0jI49xAnCyaK5Gxx9UACgOMzFMrLr9bZC4hIAR+T0DCruSECAEhEFMERNCJKZIyjhDQcwISbpX4DgAnOeaEtpyQl/OM/K5xMtdKLZ2UXCJDyVNCvbH3QU9KpLvzkBfeXUinXMRVHjqcqJW9ZH4l6EwlQSeiZK4Reeg4jHJRqnCtnpb8J4+f8GuPSUGH52xJZbwzpzPCgrGae7SykMT5e8ZQaJZDq1BPE14750KpR9447Hmh8tC5cc9XEdHG9bEL45kS3ZPGQpGn14+63T86c3gTe6uwzMYeMQVymSpCE9tpIFWm4upRr06nDRMWxiFCG6lyWZ/x33ByY0olgS97LbXp/xUsPr3g59USDfMcM1e4KnlfnhxL81OYXPh9dBj0lcQNXyXvjQV5Wam35yTocCWrxRQSpUoErRJ0IjpDmgg6eWg/7KmmHtbFa5hEeZI4afYe8pRJSwm6ea/sLcYhZg3CCUkR2YYFHa6wxYJOUrWqcZzP6H9jXcgOgeQNlUypmhadxueSQ++mLHZTBMwHR9L85F0UnfHkWSEgBOKOgHjpxB1rmUkI6DoBEXR03cKyPyEQRwQk3CqOQMfgNH5UNXvgZBfso2S8juSNwVWCVI1LK09Y8F3xfKhNZZt9yIOExQV/6rOdwprS/vBU4XArrrTTi/KkcGUgVWLcmBZ0eJ55a90oqa27ErrC3g8qDw4WFa6SWMLVsNhbgZsmgg7nSuES1Cc3pFIu3p7kxcIlpJlT/4kuOET5YDjsRr0sNZecvvfET8m7Er4UdnhTcQWlQvU+ojCFuC2kvEKcqJcbex+t3+2p5AhqQAKYStDh54v95aRUTOI8RKrnmcUbqsDEHlYFyftEvVpTVI/Hr0KuuD971XC5ca4Cxl47KjGO+3CuJE4GvJzKiKvyInFIEod0ccLfdhRKxiF33Li6FAt9XJFs9X/JQ34e0Rq5+hcnMm5D4XETqLJTeG8VrnpVmipaNaWwrQkUFsVzxLSgw7bkalbqJcBZaKtNIhx743BlL86zw+FxJf76qIRJjfyfTYiIwnbh6lT8rnAYlGoPvxJ0+Pklm9wxg/LuME+eN8yZJm8cFpA4zIsbhwo609yVyRtMZRNV2fhllDCZEzFny2ishHd50RqMqVt4ITWq50OeEwJCIHYJiKATu3xldCGgTwRE0NEna8tehUAsEpBwq1iEG4tDc16Xf8nzhQWaNg2TKN4a36lEN1cn4vLI0yl5L5ft5sZeClzxpwIlGuYwppSUOJcvvJv3e+D5a38lvEWVrySmBR2e/wFVe+pDFZO41DrnoOFS5FxRiMt4b9zroQgQvAdumgg6LGJw0tkebawU0YYrE3HiXC5XzeFAzIlDrlo2sFRCbzhM6iz9/MQFbyUUrRKVmY6sLVjnTqXXXZX8KyyUWZFAcJuS2jpSsuf7JAyFL1vOJdU5cS7nY6lV0YJEFEOlpPcO8oZyI68MztXCOYOi234n6HyhEDPmfIbCev4lTyIur857PUBrPE5l20f2tKGQJcsQIYk9fThp9Esqq921uZWST4eTCLP3yHUS2tiDhvf1uwpM7AWzkNiso+pTFf4ITRysvi9OxvyUKnstGJsUubKaxLigw0x4r1zSnd8DFsy2OXpSqXpvJblysx8V3HhNUxa7KjmjWPCs+Ie5EvrEpejX7fKk8DgDrCHRUeWt9CtBh8dh0YurgLG3DZ9pLmfOZ5rfvXXkJcU5g7gCHVuY8wLtpDLuTWl9LGiy3V+/D8ACCnVkYefQKnsKRzPEcTqP/SZ+UxIwc8Jx9QTm0T0n8rwQEAKxR0DCrmKPrYwsBPSJgAg6+mRt2asQiCUCEm4VS2DjYFgOi7l000cp5czlsTnUxYcS/Wai8CLOy1GRLteqajp+5JmxnxLUzlnlpogKZvQsX/TZK4CTJbOgwV4B3GJD0OEx71AC2f8ohOc8CSnsLcEXWfaEaNfYCu2o8hLnX9FU0OELeachzkr5auZgTflRtpE3Eu9P4US5TpjTXRJe2HOHPYOsrQzo0m2NJpRsmC/1kTUP8gLhMutcyYlzovClnwWALiSEsEjDwpp62XL2htlCOVy4ShULDHyJZ4+ePFRBqS+Vs1b3JolsbvXPfyfo8HMsFHC4FHtv8Ro5ga+FuaFiZ06sbB1urxwSxSIHiwn8PJ+VFCT48Ro5jxIn9f1V43w+nKiYPY0cV9j/UqDiJNGcg4hzyrCoEdMeOixEZSRvmK0k4vC5Yi+X5HZGVKKd9kCeU+rCGXvprCKxbfV2lR3pzNN5KEnVpwZRzigWnFTtd4IOe9NwKNn05a7gSmecv4fT8LD4xeIkizkqzy8Oe1y62V0RmXh9LNTwuWQRlRNGcwgcN64s9g+FUlan6l/szSaCTnTeDHlWCMQdAfHSiTvWMpMQ0GUCIujosnVlb0IgjghIuFUcgY7FafiCyNWc2OOGK/H8rmoOCyss6HymxLnsvRJhouBYXCsPzZd5Fh1YWOGEvr9LRhydpfCl/M1Hf/j7QQmjCn8ZZk5fmRMlpGUhRknQHLmO89MSWAh7RR4t3HgeVZjSr9bKF/e3FGblQp4c6akUfFxVNWJvKPa8YTGDha3IGnt3sV1Y8GG7JJbGSZHLUe6e0ZTfiG3OScBZhGLWnDj6V43FNRazfEkE5dCon5JXRwOAm0fwmeB52QPsV0IMi3zMmM8QhxiGn1P1ftqQ2Bi+Ylc0liOPCgEhEMsERNCJZcAyvBDQEwIi6OiJoWWbQiA2CUi4VWzSlbGFgBCIbQLqgs7vvIliex0yvhAQAvpFQMKu9MveslshEBsERNCJDaoyphDQIwISbqVHxpatCgEdJSCCjo4aVrYlBBI4AfHSSeAGkuUJgURAQASdRGAkWaIQSMgEJNwqIVtH1iYEhEBUCIigExVK8owQEAIxTUAEnZgmKuMJAf0jIIKO/tlcdiwEYpSACDoxilMGEwJCIB4IcGJmzlkTWS6jeFiaTCkEhICOE5CwKx03sGxPCMQyARF0YhmwDC8EdJmAhFvpsnVlb0JACAgBISAEhEBsE5i6piQevUoW29PI+EJACOgoARF0dNSwsi0hEBcExDsnLijLHEJACAgBISAEhICuEpCwK121rOxLCMQNARF04oazzCIEdJKACDo6aVbZlBAQAkJACAgBIRCHBCTsKg5hy1RCQMcIiKCjYwaV7QiBuCIg4VZxRVrmEQJCQAgIASEgBHSZgAg6umxd2ZsQiF0CIujELl8ZXQjoLAERdHTWtLIxISAEhIAQEAJCIA4JSNhVHMKWqYSAjhEQQUfHDCrbEQJxRUDCreKKtMwjBISAEBACQkAI6DIBEXR02bqyNyEQuwRE0IldvjK6ENBZAstHOOrs3mRjQkAICAEhIASEgBCISwISdhWXtGUuIaA7BETQ0R1byk6EQJwRkHCrOEMtEwkBISAEhIAQEAJ6QEC8dPTAyLJFIRALBETQiQWoMqQQ0HUCEm6l6xaW/QkBISAEhIAQEAJxSUAEnbikLXMJAd0hIIKO7thSdiIE4oyACDpxhlomEgJCQAgIASEgBPSEgIRd6YmhZZtCIAYJiKATgzBlKCGgDwQk3EofrCx7FAJCQAgIASEgBOKagAg6cU1c5hMCiZ+ACDqJ34ayAyEQpwRE0IlT3DKZEBACQkAICAEhoCcEJOxKTwwt2xQCMUhABJ0YhClDCQF9ICDhVvpgZdmjEBACQkAICAEhENcERNCJa+IynxBI/ARE0En8NpQdCIE4JSDlyuMUt0wmBISAEBACQkAI6BEBCbvSI2PLVoVADBAQQScGIMoQQkBfCEi4lb5YWvYpBISAEBACQkAIxAeBqWtK4tGrZPExtcwpBIRAIiQggk4iNJosWQjEFwERdOKLvMwrBISAEBACQkAI6AMBCbvSByvLHoVAzBEQQSfmWMpIQkDnCUj+HJ03sWxQCAgBISAEhIAQiEcCIujEI3yZWggkQgIi6CRCo8mShUB8EZD8OfFFXuYVAkJACAgBISAE9IWA5NHRF0vLPoWA9gRE0NGeoYwgBPSCgIRb6YWZZZNCQAgIASEgBIRAPBOQPDrxbACZXggkIgIi6CQiY8lShUB8EhBBJz7py9xCQAgIASEgBISAvhCQsCt9sbTsUwhoT0AEHe0ZyghCQC8ISP4cvTCzbFIICAEhIASEgBCIZwIi6MSzAWR6IZCICIigk4iMJUsVAvFJQPLnxCd9mVsICAEhIASEgBDQJwKSR0efrC17FQKaExBBR3N20lMI6A0BCbfSG1PLRoWAEBACQkAICIEEQEDy6CQAI8gShEAiICCCTiIwkixRCMQ3ARF04tsCMr8QEAJCQAgIASGgTwQk7EqfrC17FQKaExBBR3N20lMI6A0ByZ+jN6aWjQoBISAEhIAQEAIJgIAIOgnACLIEIZAICIigkwiMJEsUAvFNQASd+LaAzC8EhIAQEAJCQAjoE4FHr5KBw66kCQEhIAR+R0AEHTkfQkAIREpAEiJHikgeEAJCQAgIASEgBIRAjBKQxMgxilMGEwI6SUAEHZ00q2xKCMQcAcmfE3MsZSQhIASEgBAQAkJACESVgCRGjiopeU4I6C8BEXT01/aycyEQJQINKjzFnxWfROlZeUgICAEhIASEgBAQAkIgZghIHp2Y4SijCAFdJiCCji5bV/YmBGKAgOTPiQGIMoQQEAJCQAgIASEgBKJJQASdaAKTx4WAHhIQQUcPjS5bFgLRISCCTnRoybNCQAgIASEgBISAEIg5ApJHJ+ZYykhCQBcJiKCji1aVPQmBGCQgCZFjEKYMJQSEgBAQAkJACAiBaBAQQScasORRIaCHBETQ0UOjy5aFQFQJSELkqJKS54SAEBACQkAICAEhEPMEJOwq5pnKiEJAlwiIoKNL1pS9CIEYJiAJkWMYqAwnBISAEBACQkAICIFoEBBBJxqw5FEhoIcERNDRQ6PLloVAVAlI/pyokpLnhIAQEAJCQAgIASEQ8wQevUoGLl8uTQgIASEQEQERdORcCAEh8EsCIujI4RACQkAICAEhIASEQPwSkDw68ctfZhcCCZmACDoJ2TqyNiEQzwQkIXI8G0CmFwJCQAgIASEgBPSegAg6en8EBIAQ+CUBEXTkcAgBIRAhAUmILAdDCAgBISAEhIAQEALxT4BDrjj0SpoQEAJCIDwBEXTkTAgBISCCjpwBISAEhIAQEAJCQAgkUAKSGDmBGkaWJQQSAAERdBKAEWQJQiAhEpD8OQnRKrImISAEhIAQEAJCQN8IiKCjbxaX/QqBqBMQQSfqrORJIaBXBETQ0Stzy2aFgBAQAkJACAiBBEpAKl0lUMPIsoRAAiAggk4CMIIsQQgkRAKSEDkhWkXWJASEgBAQAkJACOgjAUmMrI9Wlz0LgcgJiKATOSN5QgjoJQERdPTS7LJpISAEhIAQEAJCIAESEEEnARpFliQEEgABEXQSgBFkCUIgoRGQClcJzSKyHiEgBISAEBACQkCfCUilK322vuxdCPyagAg6cjqEgBD4iYAIOnIohIAQEAJCQAgIASGQcAhIYuSEYwtZiRBISARE0ElI1pC1CIEEQqBBhaf4s+KTBLIaWYYQEAJCQAgIASEgBPSbgAg6+m1/2b0Q+BUBEXTkbAgBIfATAalwpdmhMLYqDfPUfTTrnMB6Bfk6Y3D3nijacgj+rpofBglsfbKc2CHg6/wc3boOQ8sR01CtYPrYmURGjTECAf6+WDZjMpIVqY2G1UrAWF7UGGMbnYGuHFiPOYffYe6UAbAzEyNExs7f/QK8P86M7DH5PBwBqXQlR0IICIGICIigI+dCCAgBEXRi6AywmGOeuq/GowUFBYH/GBgY0p/QYVQ/DzuwAQwNw14cggIDEUQPGRoaRriGoCD6nB4woM/VewbPGXasF1cdMXXfa8we3RWmaqPxszRCmPXxoMpPw40B+qkyX5ifR/QzjZHpRMcQu0dgl2Deao1YGobjHEh25/Yruwd/Hv68RGyHq3vXY+8bO4xxqBtm2ojsHuFZ4F4RnYdfnpGomzD4fP987qM+Qkw9GYTAwOB3Rv1sR/ye/myXyPYR/J5G8H5H8J56friDhWvPo41DR9hbGYdsULENry+sFSN4H9lcUX82OgQVHnwuf/peiM4ov342Yk7BtgnfwtuKQQRG8F2r6ve772J+Rt3ugV7OWL5gDYo06YDimWx+em/Cfy9G9H0b/Nr8bIdfvmMxgzDeRvH+OEMEHQ3oi6CjATTpIgT0gIAIOnpgZNmiEIguAalwFV1iwc9rLOjQ/5H/9vk9bt++jTdOX2GTPD3y5suNzOlTw4huZNdOH8K9l05hLhHJUmdBuTIlYJvEDH4+Xnj+5CEePnwCN+8AZMuTD3nz5IKtpZmyLj8fT7x4+gSPHj+Cq1cAMmTPi8L5csEmiTk8XL/g5p1nyFuwEJJamyPQ3w9vXj7FrZu34OIdiHQZsyJ37lxIa5+ULoeBeHrvBt67G6NUsfwwMzFSxn/z+B5eOJugQqmcYcA5v32G6w/eonjpkrCzMlc+c/34GjeefkK5csUR3Fuz9uLBbQQkSYlsGVMnWu8hvqx9fv+S7H4XTl+/I3n6LMiXOw/Sp05Ge/LD6UP78NLJLYzdU2fJhTIliiKJmTF8vNzw5MF9PHz6Et5+RshTID9y58pGn5koUD3dvuHJowd4+OQFAg0syMYFkCt7ZpibGsPtyxvcfvIeBYsUhbW5Cfx9ffDy6UPcvHkX3gbGyJAlG/LkygX7pNZAYADuX78IN+MUKFYgJ0z4UNJZeHzvJpxNUqFUznRhjPju2V3cf+OO0iWLwcoieC0fXz3D0/c+KFc6b/QNHuiPNy8e4/r1W/AKNEOeQkWQJ3smmBpHLFxGf4Ko9giCs9M7es8e4NkbJ9gkS40CBQrSe2qPIPKUuXP9Au4+fq2ITqpmYZ8ef9aqDKbg4/Edjx49xrNnT+FDMmmWHPnoPcxO71GwEOPv7YZH9x/i2csX8PQ3RsasuVCsSB6YGRnC/fNbXLr/CuXKl4EZC7kBfnj94gke3r2HD+7+SJMuPfLkK4AMKe1IGfDH49tX8eK7GapVKBLynrl+eIRzz9xRtUwxmKrQkXj06vEdPPrgg6qV/gh51u3Tcxy9/QG1q5SFuQaYXT+9xIWrt/DdywC5ChRBoZwZogo5Cs8F4NHtG3j07CVc/QyQNXM25C+QDzZ01tw+v8Ceg2fodIbawMDYBHmLlULhnJnBW/n++R3u3LmPtx8/wdwmNfJR32yZUiufsQj99cNr3L33AO+cvsA6WXrkL5gPmdLZK58/v3kOzqapUDRvduXvPu4uuHOTE1zeZgAAIABJREFU1vLiPUxt7ZAtc3bkypkdScyNERTggRNHTiFj/hLIRmeEV+RH7+y1Ow+QJXd+pLKxVNtrAM6fOAIT+5womi+r8r0fFOCLh7ROI7u0yJk5ZRS4/OqRANy+dBlJ0uSk78vkWowTc11F0NGcpVS60pyd9BQCukpABB1dtazsSwhoSEASImsIjrppKuj4un/Bov9m4JtZcqSxt4XX96948tYFHf7thcLZU2NEuyZ4Z5EXZYtlCllc8rTZUblCaRJKzLB/zXwcuP6KxIBsdNmmSwddOJPlLodurf6EpUkQju5Yjb1nH5NIlJNCMgLw7PFjJM1SEr06N8bn1zcxevJa9B4yHAWz2ePq0e1Yse0EMufKjeQ25vj09hUJOCb4t1cP5ExjhVUzR2DihptYvX4lyuZJq1yA9i6dhU23rLF+Xqcw8G4fXIc2XSeh55wl6PhnWeWzx6d2YvSq81i5chqC5abotiDcP3cAI8fPRI1Ow9GpcaUfF7HojhP/z3t8eYFpk+bDLE0m2NtZwvXrO7z5akisHZA9rTHaNa4Hizx1UCxLih+LNUDa7HlQofQfsDILxJq503H9pTuJOJlhRJd4vvzlLt8ArRpWgVGgB1bOnYUnXwORM1s6BPp64+H9J/ijTnP8Xas0Xl0/gEnLD2HIuInIZm+FY1uWYuux28iVPy9sLI3x9sVTuBvZo1evLkhjbYpZw7pg/fUArF89D3nSJSWz+2LprNG4ZVke87rWDgPz4Ppp6DphF2YvXoK/yudTzsipHeux6pgzVs7/XzTBB+HV/cv4b8E6ZM6ZF6YB7rj/2AmtuvdA2YKZozmWdo9/c3qNJQtWIMA6OVLaWeD71494/MYL/xs6ANms/TFl0ii8D0iOYjkyhsgJFqkyoWn96gh0d8aWVUtx5bk7CuXPAn8fD9y9/Qj5KjZE12ZVEeD1DVtXL8eZ+59RqFAOGPh54/6NW0hd+i/0a1sb7y47otfsbVi1dhmSGvjjytHdWLbtONmrIOySGMPp7QsSZfzQbwS9x2lNsXzyAIxffR6LNu9GzcLBYsrjY4vRed0L7Fo6GUlVzjxkx13Lp2LIjK2YuGoXGv6RRXn2xfkNqD3hBM7uWooUwZpclJvHpyfo22sQbPKWQ2YrX1y6+wF9x4xD4fRhvVeiPGC4B28f24yFWy6jQJHcMDMOwqMbV5A8X004dGqIz1c2onrvlfhfpxZI8kMxNjQxRf4/yqJ4nmxwf38fE8bPgWmabMiYJin8SJC5ff8NWvbojXIFssLl1U1MnrYE1umz03exDTxdPuPJm+9o34PCT0m43DSqA67bVcDE3u1g6PkZsyeOx0tva+TNlQmGxPI+ibNZS9ZG+7/rwAofUbdcRWSs1QOThjggKYnvbk5PMXjKfDTrPgAVcvD3p6r5okujinhuXAQLZ05ADnrHAry/Y+GU2TDPWw0dm5bRWLh+efUAWncfhy7DF6D1n0U0xR6j/UTQ0RynCDqas5OeQkBXCYigo6uWlX0JAQ0JiKCjITjqpqmg8/7GfgyafBTjF01EehtT+Hp+x/oF8+CfsSw6NquMsR3bIHPtXnTBLxqyOHbj5xAbl2en0KrLTPSbPhvl8qUD/TIfL25fxoJ1jnDo3xt23i/Ro980tBs4GlWK0W+V6Te/7x9exqQFu9Fn7EiYf3+AkRNWo++wkSiQ1g/tm3ZG5S4j8HeNojAldcjH4yuWTZ+IO0G5sXhkB6xdMAkzl+9CysL1sXf1WBJlgrB78UxF0Nm4oHMYeHcObUSfflPhlqYAdu5ZjbQWBnh0cgdGrTyPVav/A/vsfHr9CFu27IS3dXo0b9oQ6ZMl+bUB/L3oMjobc/fcgL0JeRq07ksXnaqJVtC5uX8uJu5zxuIZg2FDXjOe3z9j4ezpSF+uKZpXzY2OrVqgdq+5aFw8VMhT2f3ZiZXoMv0kps+bgXzpbYlBEO5cPI21+y6hX/8e+HBuLcZueYzJU0YjR2rysiFPjItH9mHH+VcYO+xfON05jAnLDmLohMlI5/8ETVsNR5dx01GjOIuChvD4+hbTJ0xAUM56GNW5BhZM7IVlOy+gcP3/YfV4Eu7o8rpk5kjctKyABd3qhLHZ4Y2z0GfCGqQtUBl7NvwHMjtObl+HlUedsXphL8WD5NGNC9h18CTS0aW/Yd3KSPIL0SAowAf71izBTY9U6Ne5IXm6eGPNvGl4Y1UEo7s21PxljXbPIFw+tQcL9zzA2MEOSEvn1N/XFXMmjIVnvsYYVC8Xps34DzkqN0WTskVCL9/0nhrRe3rt2FbMWHcOg4YNRJ7MqWAQFICnlw5iyMLTWLJyKl6f3Y1JK45j4vihyMLeHGQvp4dn0LbPUizcvAbGj4+g56ytWLNhBfzfPcHwEZNRs/2/qFO6IEzJXj7entjw30Csvp8C+9cOw5bZI7D+6CX4GeXAho2LkdHOBI+OLkSnNeTBsmJqqKAT6Iudq2diwYbdeOOcAvsOb0P25KZ4fm49ao47hgt7VyiCzpcXd7B+4w6Ypy+ERg1qKALkr5rTo0uYv/8uBnRrBXOjQIzt0x6e5fpiess/ok39pw5BXuhUvyKyt1mEvg0LkidLEL44PcKwUfPRfeg42L7Zh8azLuP4lrmwU/Ms4jBTwwBPjOzQCG8zN8esQc1haWZKzme+OLxxEe64pyERqC5GtaqLwJIOGPvvXzAnTzd/8qjZtnIhXJMWRqcWtbB1dHtcT1oBk/q2h+PsgZh3PggrF41CKmsLxWbP713HuMnz0abfSMpBZYEmderiuXcqDJs4E00q5oPbx6cYOHkuWjgMRIUwnm0+6Pp3fZx/7oumnXpiCJ11Qz83LJg0E+b5qqPT32Xh5+mGM4d24/z9T6jRsBlK5g3rGRcRXLf3DzBqyjJ8f/kWVdoMxD+Ni2lvgxgYQQQdzSFK6XLN2UlPIaCrBETQ0VXLyr6EgIYEpMKVhuC0EHS+v7uNTh36I3+dFmhUoyJSJrdGEsskJKiYwMTMCCPbt0Gqyl3QrHaeH4szgLmFJaySWGL/xPZY8TEXNswdrAgkqubn7w9jIyOc3TgRc04GYsncEUiq5hLj5+sHIwr1ePv0KkZOXoO+Q0fC8uU2dJtzHxs2zUVKi9CxXtFveP/usxxbHTfi9JrZeOufFPcOrEWmxsMxqmM1OC4lQee2NTbMDyvo3D60GZsOPYGZ3xNcDCqG7TP+xdvzuzGSBJ3Vq6fh1Y0zmDhlAWzSUfhMgCteOPlj8OgxKJ4rbYS/jQ7088DlM5eR6Y8KOPJfb3jnaYBOzaonWkHn3Z0j6NBzKuq07YoaFYqTR5Q1LJMkgQnZxczIA+1btUSlzlNQJ3+qYGOQOGBhaUVnwwQTW9fEh5wdMW9Ei1BD0YXSPyAARhSvMapVPaAUXUx7NgjzuZ9/AIwpBOXZ1X2YuPQQCTqT8GrDUMx+YI/Ni0ZAzey4uo/OxbJzcNwyG2tIvPFNlhUHV65DozGL0LFaTiybOYo8dCpgfrewHjqHN82D410fBLy6gMAirTGjVwNc2BUs6Kxc0BNndq3C3A0HkTVHTrh+eAxf28IYO7I30iWLQCSgsDQfb28Y0pqZC3stLJ46CZ6ZK6F/m1qav6wa9Hxx5zwJMpNRpGYT1KlSGqmSJ4Uthc0EBhnDyP87CTrTkPWP2iSK5Q8Z3czCCtYU2rhq2mA8NiqEkb1bwkIt1tDXx5cEn0CsnzMZj4JyYESvFjA3CVUi/MizytDEDK8vOuJ/s7ZgzcYVeHVqB+buuIHRY4Yhgxoz/893UKZsc4zbdRAv9s+DS5ZqMDiyEC7ZG2F07xZ4c2opOq59jj3kkRPioUOCzrZVs3A3KANSXN+I61Y1MGdcN/J02Yya44/j3O4leEtedcNnrqKQvcLwoNAvF6N0mD55CIlaVr+l6OX2FZdPHMaKHSfQbcw0lM5kqwH18F0CsHJkJ6y/GYRevbugYI5MsLbm70szEriN8fr8WjSacQH7l44P8QA0MDSCtY0t/D7eRKkyHTDv5FlUykYi54/GOY0C6I/Hm8soVqoL1l2+iFKZQvcWSCGHnJfH2NgYG0a2UwSdiSRitqxSA1Un7ED3KtlDx/J1x6LJo/EmRRlM6FoanTv1RcHCRbH3xFOsWTsbVp5vgwWd7uEFHW/826YNMhSrgcsnj6HvlFkondGcBJ1ZMM9fHR0bFsWcEX1w4bU3cmZKiUtnzqN2l9Ho8U8VmITLpRbyb4CnC1bNWwy7Mg3gtmMxTMq0QusmJWLABtoPIYKO5gyl0pXm7KSnENBVAiLo6KplZV9CQEMCIuhoCI66aeqhE0QXhutnHLF+y248f/0ZZkko30mR8mjVpjmyUljA0FYNcOmLOfJkC86jYGBoghIV6qLpn1WxzKE+7mdojPkUChBRTpqdU7pih2teLBrXC0kiyIXx+smVEEHn6/7RmHArOXYsGQsbtcG+vbmO+k3HYtaOLXiwawY+WhVCk4JG6NhzGnkGLYT/zb3koWP1k6Bz69AmbDz6Af861ETPVm1R8X//oVYqZ4xddQ5rlk3C6mlD8cGmOPp3aQqTQG8snjwSbqnKoA+FTphFUq5nydBuQKHGiVrQCQzwx9kDm7F5z2G8/vgdSUjMKVK+Flo3/5Muy0Cr+lXxxTw3sqUKDlUxNLZA+VpN8VfNgnCoUw7p603D6B5Vfj6wQR7oULcmCjafit5tykR4oJ9eCRV0HIe1xI2U9bB0fJcwZ+jNNUc0HbkWO3auwK7pw5CkUD0UMnqJnpN247+l83F733zctCj/k6BzaONcHHllg38bZEPrf/qix4yVSON8AyuPfaUwrc7kudEFJZr1RouaxeHt+hHD+wxC6Za90Lhq0UjFuQv7t2L1vivo2q8vilA4Yly2IH8f3Dh7GCs378Hrt04wsbJB3qLl0L5tS/I+88XksYNwgXLUZEujCpEzRMEKDdHl70qYPaQL3HLVx6B2f8I0XBEkDr9aMGk0PFJVQL8u9cjj5ucqSS8uHFAEnbUk6NzeshDrL33HhHH9kcJKLWW53ydiWA11J26E74VVcMrUAA7FLDBwxBw06TkYOb3OoMPqZz8LOitn4kZgDoxpWpgqnA1Cxbb9Ucb2GWqPP4ZTG8Zj9vAxyFSrHbrXLwWvb+8woj95ETXqhX/rhHoMRmSHj0/vYPO6zbjx6isad+uFuiVzR2rfqNgzwOMLli9agBOXKN+TfyCSJLNHw7/boVbF4nC6uhHl2pEIWq0C5RoKHs2SQuSakzdTWr+bKF1nMg5cPYy8KX92CXt7fSdK1JuL03cOIUfyiF3GVILOmBYlUKVsS4zaewJ18qrsTZOR59rWZf/h0Nc0WDqwNjq174OOQybg7OJxuG5YBDN618aEmRRy1Y1CrsJ46HjDoXUrlPpnJHkZ7cdMx/dYtWAkHBcvhFmBWvgzpxNaDN6G2UvnIk8aG7y+vhu9xu/ChPlzkDdNqDil4hdIOZYuHjuIO+/90bZFfawZ2BtJKnbAP41+b7Oo8I+JZ0TQ0ZyiCDqas5OeQkBXCYigo6uWlX0JAQ0JSMlyDcFpIei8uXcZ301SI1s6O7x/9xbv37zG7m2b6TezNTGMxI4Jnf+BaYGGqFc5x4/FGSCZfVpkSJcSjlO6YK1TLqye2R/mP+6BQfR/5t+Qi71FijR44jgT804HYv7MoeSho3qAksw+fwHjpGnh50whV5Mo5Io8dAzurETvtR+wecNMpFDz5nl36wia/LsQ6/Zvwvl1M/DeoiD6tKuJk/Tf685+Qtnsdjj9KhXWzw+bQ4cFnfWH6DfS43rD/YEj+oxfj8b1KsLx3AuspgvOrIE9ka5GOzSvQ/khKPHt8c1LceKlEQb17UA5YkIr9kRkkcQv6ATh3sXzMEmVE+mSG+Pdm7d4++Yltm3cirw1WqFr81Lo3LIJ8v/VD1Vy2QcjMDCCfer0SJfaDlM71sGH7B0wa2izEG+mAD8vvHzzHinSpMYsh2ZAiW4Y6VAv5HMWDp69/oB0mbLA6ZYjJvzw0Lm7pA/WfMyOjXMHhclrdPvwRjjMP4b9W+dh/fShMCtYH+0o/w7/99mPySg0xxWvUlTG/HA5dFjQOfjcGuMHtcaDA4sxbs1V1K9cDOcfBGHh9Obo0qU32g/+D5XypKZcMp6UM2QMkLMGujes+puy2xTytHcd5q8/ib8p30n10vmUUKO4alxR6S0lFvc2skHaVFaUzJryHb1+gZ1r18A7a13M6FML06ZNgHXWP1C+YK4Q5raUFDkrhVCtmT4ET40LYWiPFrBQHe1APzylJMjW5KF2mDzfHgdkx7CezdQ8dALx6MFdWNlnhe+T0yEeOk+PbMSi/Y8wdswQpEsa6lPl7/IQlcs1wYCN+/D+4Hx8SF8boyhUZ9+6Rdh5wxUOte3Rf9Nz7FoWzkOHBJ1rflkwqVtTnCXGS/feRrt6OdF98UUcWjpQyTnTtt8wlM3GOV98yUNqKG5aVcbCcJXQVLbgBNuBlFibk2f7+/ng6v6l6LLsEU7umg+K5tKq+VMI6JHjd1GuRln4uDjh3fv3eHbvGrbsOguHYWOR3uMM6o07hGWTQr8PjYxNkTFLdhh/u4fylbpSefHjqJAtNJ+Pp4cr3n1yga3/G1SoQiGFZ0+jpJqHjivlNHNy8UTmDOmwdQzl0CEPnfHkmdi4cj0K79qDDuUzh+wpiLwIl08fh4eWxTDt33Lo2L43OlE4WD6Lz+jSqhOKNXPAyyfX0bxL358FnVYk6LQag2ZlU2Jsj/ZwzlgH2Y2ckbxwTZQ0PoG++7ywZcEoWNOx9/NxQueuvdFmwHRUyaeeiyd4KS7vHmBg3xEU9lgKmUgdPr1pA6yK1aeftUZGe1KL47mJoKO5AaTSlebspKcQ0FUCIujoqmVlX0JAQwIi6GgITgtB58TSQZh/wxIr5o764RkTiKO7N2D37e+YOKArpjq0R9a6fdBeLYeOapXfn51A0+7zMXnpMhTNRBVuqH1794hCQ6aiYc/h+MP+K7r3moE+k2agVO5gjwavz8/Qq8cI1Ow3CSWSf8XIiSsVQSefvTuaN3FA21FzUK/sD/Eo0Afr507ArmdW2DijN9YvJA8dSxZ06iCQflM+dXg/HLn4DOlLtMPGXwo6vZDC0gib54/GwnWHYJ6pNPatn4pF4/sikJL+OjSrQyErPtg0bwru+2fF0F4UlqIWdhKRRRK/oAMs7dsM1y2rYp7KM4Yu+HtXL8RNF3sM6FkXDu1aok6fBWhSPONPCJ4dX4Jus65g2ZqFyGQXrBC8e3gdwycuRM8xY2Bweysm7HyPuWS7NNbBnz+7chyDZ2zG5HnTYfD8JMYvDc6hk9LjFhq3n4zRi5ejbM5gL7BAn++YN2YEnlqVxIz+jSlp91BYFCJBh/LdeH79gGGUuPnicycUbzsSC7qGDX1SBJ1nLOi0haVRABaMcMDaQ/eRqUhTrKXE2T06dkb9bqNRv1xOytHkikmDelOOqA5oU7dcxB4cAV7YsXw2pq6/hdlLZqN4DnsKU/rZi0XzNzfynkFkm30r5uLQc2NMpP3YKKpMEM6umYWxjm7Ys6Q7/ps5HbmrNkNj9Rw6P4a+emQz5my5jgkThyODfbBHhdvra2jQZBBGbtwGqxdHMX39RcyfNQbJbYPzSAV9f4Zq5Rqi0+I9KGVwXxF0VlMOHZ+X9zB01Ay0HTwClfJnDVn8wflDMWjbVxzbPwPb5ozEh4x1MaZlFXiTV83wfgPxzNUd32zyYufiSfhxZMjQFHIVIuj8DT8STGaOG40zD57hWVB6HF05HJMGj0fVLsPwVwnK5eT3DeP69kVQ2Q4Y2bxchODuHFiJQVteY++qUYrH1+sLm1C+z25cPbUR9pplQg+Zx+/LI/yRpxpGHbqMv4qmUX7u6+WOqX37IO9f3VDY4g4azb6GU9vmwjbcEQkK9MTQv2vCo1RfzOkfmn/p+qE1WLD/BcaO/h+mtKoOu78mYEyXmsFzktB8eOMC7H0YhPGU2Hj/5M7BSZH7tMOWcV2x8XVmbFlK3ms/5vry5imGDhiFug5D0KCkHTp27qcIOmWyJceba/vxT/cx8EqVDTNmzkD57OpCDHno/BB02tTKBx/nx2harwU+G2RC5wHDUCfdQ/wz/jzWbZyPNBSZ6Pv5BnkdTcRQCqkqnvlngcbt4xMsmrMIr1y9lXCxu2dOw6ZgVcrRNBAFs0SeeyfyN0K7J0TQ0ZyfCDqas5OeQkBXCYigo6uWlX0JAQ0JSMlyDcFRN01DrjydX2JQz4GwLVgRVUsVgK+rE3btPIoqzbugUfWiGNm2KQKy10S9KqocOoCppQ2VE89JFYlMsXTSYJx67o8mjesgmQVVtdq5HW52+TCyX2dY0wVq/byJOHLPlT6vDzvzQJx03INPJlkxZeS/cHlzCyMmclLkUSiU3R4nd1AS1q0XUKfhXxQ6khQPrp3BsWtvMWDUSBShi8Pq+dPhZFUQfdvVJQ+JIDy8cgRdOnaDfdlB2L6waxh4tw5uxDry0Bk0vg9SUCWer++eon93ykHhlw9XDyzErRNUCWnVYdRv0hBW/p+xYdthtOkzDFULpce9O4+RgcqvJ6X9RdQWD6G5CjdB50ScQ8eZLvQ9+0xEgUr1ULpQdrg6kcfHwfNo1rUPqpdIjXZNyAY1uqOq2m/gLa2TITeVRbY0D8Dk/r3wzD8VGtevDAtKFrtr6zbY5KuC/l2bwyTgGyYMGozv1tnQgLwZKMsxtm/fhazlG6NXm/oUsrGfPHQOUrLWKchOVa52LhyHLeffo2HTv5AmqTmunTmCay+9MHIshddQAuAFU4fAkhJht69HFbTIW+XK4U3oRB4CpQetxqLuYXPoHNowB44s6AxuBysTA7x7eh0ObVvDN8s/OLBmEHYsngrH+9/R5M+a+PL0Ig5c+IxR40fQPJTY+fF7Kr+dB5amwTF/QXShPrVjOXqOXEFC1TgUyWQDH98ApMiYDbmpZH1cto8v7mLMmClIkb8cqpXKC08q/b6Jzmy19gPx9x8pMXnyWASlLoyqRXKGeOgYGFqiULHCMPBwwuxJ4/DCLxWFSlaGgbcL9mzbDrPcNTF1wD/w/f4RcyZOwE1XG7RqVE2p5rV/2yY4pyyLxeMd8OHSfvSYSSFXG1ZSlSs/HNu6AvO3X0Tj5s2QMYUFJZk+j22Hb2H47AUon9USi6YMw/tM9TGWcqxwe3PzKGr81QpmpduRZ91k2KlCKlnQWTEdV/2yYnJ38uqi9vHhRTT7pz0e2pXFfceFuLZlEeZSkuNuHZpTct3b2HniCcb9Nx7ZyI3vxfM3SJU+A2ytQj2FPD8/Roe2PVDi724oms4ce9dtQvraXdGneVmNKzWF2jkIh1ZNwJzdj/FP22bIkMIKjy4ewdmXhhgxYgCV8tqBWsN2YdbYfrANcfIzJM+2jMiWNR2+PTmHrr0nonCtJihXmN6590+wfqsjeX0NRcPKRSlZ+FH8b9h8lKrbGCXyZsLHZ7TfQxfRkTyUqpXIjQ0j2uKaXUVMJi9CY48PGOjgAN90JVGvWil659yxe+sWWOaoiAE9WsPO4CM6dOmPzqMXkKCTgrQhSiQ+sQ8Gr7+B3fu2oWKYKlfe6P5PS/LQGYu2tYNzMJ3bsQjNO03H4AWr4dAoLwZ36wrjXJXouyErdq9aCKM8jTGWzo7z6ydwgy3yZP31+7C8z/9gUaEDWjYsHJevzC/nEkFHOzNIpSvt+ElvIaBrBETQ0TWLyn6EgJYERNDRHKCmgg4o8evHVw9x9OgJPH71AWa29ihZqjzK/FGQLraG2L9+Cc7efUVJP0N/5WybKjOaN2uCjKmSwtPVBedOHsWlW/fh7QvkKVwcVSpVQBpKrszN09UZF8+ewpUrt+ARaIBs+YqhRlX+3Abf6FJ68Pg1VKxanf7OlXu8cOfaJZy/dAXvv3xH+mz5UaFieeSm3+oaUmWea+dPwc00DSqUyEMVZvgX/B44tHs7PhnmQNvGpcPAe//oJm48/oZKNSsgCe2DqxvdPHcMZ594oFv7RiD3DFy9cAbHT11CgKUdKlapjlKFaVzPj1i5YhsqtGiHnCl/zg/Bk1xy3I4gqp5VsnDo5Vlzy8VPTw7jefXgJo6eOE05dL7AJkVGlCxXjvaUB6aGvli/hJLVvvpOlclC7Z4qQ140a/onJeS1guu3jzh55Ahu3X8G3wBTFC5ZCpUqlEFya06PHYSvn17j1LHjuP3wBSXgsULRMmVQsWwJ2FIC2S9v7uP4pUeoUrsOiW1m5OXggWsXz+DS5ev47OaF7PmKomKFcsiSzh4cwnfhpCNM0uZFiTzZlUu5r4czhQVuhSFdXhuXyR0G4KMbZ/HI2Qy1KpUg0Y/N7o1zRw/giYst2reoCg8KYTl95AAu33kCOyofXa16TeTNlhruHx5g+baLaNmuFVJaB+cwCSTPrTOH9+DQmRswpUpgnNSZNoOCVf5Es6rF49hwQXj/7AFOnDmDB0/ewMouBYqUqYgqpQrBgPZ47MB2nL76gNYUai8j09To2qc70tkYw5USCp88eQa3b91DgHkS5ClUErWrlYW1RbDbiqfLRxw5dgIPHjyED6U4ZxvUq1sNtpQY3fnVA+w6cwvNWzaDJX0PMNNbVy7gytVrePXFA6nTZ1HenwLZyGuFvIkunDxIlZnyoGYRVcLeAPJaWYHrXqnR7Z/6sFBFq9E7ffvKabwNSEYVswr94BmASwe24CCJJP27UggYVVs6c/QQzl25CWPb9KhaqxaK5M4ELyrF7uh4AiXKVUbmdMnD2MKZzte2PYfw6bs/ChQri7o1y+D3QZTRMaU/LtD5OXfjHlzcfJE9Z26Uo73nSJeMON3A9EWb6YiEJgEzMDBBgRJV0YDyTlmQwPiaPNkOHT+Ltx8/wdIuHUpXrIjSRfJScmE6q/Rd/PTOZRw7dR7vP32FjX0mlK9cGcXyU8gtsEA+AAAgAElEQVQWmfUGhZG+tciGOhVKKN5H7l/f4fiRoyREvoSfKeXAKlwC5cuVQjIrqv/nS6Xod+zDH9UbIjN9t3L79OYxtu4/jVqNmyKbvXqSaH/s2LABGSkpcvFcwcIMf2/v3roTGYtWRtkiWfHp5QPs3etI9vZEjvzFUadOVSSn2uyn6dy9DcyElvV+XUXs3A6qUJa9BIoVDC5hH99NBB3tLCCCjnb8pLcQ0DUCIujomkVlP0JACwJSslwLeNRVY0Hnx7ScHNnXz5/uIpR/wjj0QhJAyXMD6CIbpLY8AwNDGFPVn9DLfhD8/PzIvZ68d6gcb0QBKX6+vqCPqVqQqVK+nBtfYAKpkyFdgNR0A5rPX6mYZEwVdtRTlXDFF76wcsl0VVOqxNDijMPlNGHBgtdjpP5zms+ffsgVuFSN1xVE85uq9kzP8F6MqMqXupihbp1AWhtlhw4jcmlnvfjrzXvhqmRGVMlJnWGAvx/ZgC0W2tjuXO2Jy5f/MGCw3ckmZqYRJHIlG/jS5yyCmKp9HmybIDprZHe18f3pWa74Y2JGVYPUfh4Rb/5Z0I+y3Opr5PPAq+Zy3epnhKYLPQs/1mVkHHq+eE1+fgG0P5OwZ5HPP3Hgs6pq4d+RuLVeIHx8/BR2JlT5SNUiek/5XTE1pfdRDbKfjw+dd7Yj7TOChftRDpogtjOdh1AzByl2UX9vlPeX2PgSG67ApM472DaGYUPTlCpoXK0pbPp0fv+ZrHp/LnPvR+Oq74/XRZm5Q76b2B7+yrlV/x4K3RB/V/B8PIb6/mPGVsFzB9D46t93fIb86Ts0UO2s8Hzhz4uyNv6upfw6xhEkoeaE5Swecv4d9c8jPPPKufVXeJvSuxnayGbEMOx3q+pnhqHv8I8OAWQzfr/VhXu2TfD3bfBJUdZFe1Z/1/l7gmYJ829GeMYJ7ftSBB3t3gIpXa4dP+ktBHSNgAg6umZR2Y8Q0IKACDpawKOu2go62s0uvYWAEBACQkAIJHwCIuhoZyMRdLTjJ72FgK4REEFH1ywq+xECWhAQQUcLeCLoaAdPegsBISAEhIBeEBBBRzszS+ly7fhJbyGgawRE0NE1i8p+hIAWBBpUeIo/Kz7RYgT97ioeOvptf9m9EBACQkAIRE5ABJ3IGf3uCRF0tOMnvYWArhEQQUfXLCr7EQJaEJCS5VrAo64i6GjHT3oLASEgBISA7hMQQUc7G4ugox0/6S0EdI2ACDq6ZlHZjxDQgoAIOlrAE0FHO3jSWwgIASEgBPSCgAg62pn50atk4Dw60oSAEBACTEAEHTkHQkAIhBAQQUe7wyAeOtrxk95CQAgIASGg+wRE0NHOxiLoaMdPegsBXSMggo6uWVT2IwS0ICCCjhbwqKsIOtrxk95CQAgIASGg+wRE0NHexh3H1dZ+EBlBCAgBnSAggo5OmFE2IQRihsDyEY4xM5CejiKCjp4aXrYtBISAEBACUSYggk6UUf3yQRF0tGcoIwgBXSEggo6uWFL2IQRigIAIOtpBFEFHO37SWwgIASEgBHSfgAg62ttYBB3tGcoIQkBXCIigoyuWlH0IAS0J5MrkDA65kqY5ARF0NGcnPYWAEBACQkA/CIigo72dRdDRnqGMIAR0hYAIOrpiSdmHENCSgAg6WgKk7iLoaM9QRhACQkAICAHdJiCCjvb25SpXnBxZmhAQAkJABB05A0JACCgERNDR/iCIoKM9QxlBCAgBISAEdJuACDra21cEHe0ZyghCQFcIiKCjK5aUfQgBLQmIoKMlQOougo72DGUEISAEhIAQ0G0CIuhob18RdLRnKCMIAV0hIIKOrlhS9iEEtCTQoMJT/FnxiZaj6Hd3EXT02/6yeyEgBISAEIicgAg6kTOK7Indp3Jgz+nskT0mnwsBIaAHBETQ0QMjyxaFQFQIiKATFUq/f0YEHe0ZyghCQAgIASGg2wRE0NHeviLoaM9QRhACukJABB1dsaTsQwhoSUAEHS0BUncRdLRnKCMIASEgBISAbhMQQUd7+4qgoz1DGUEI6AoBEXR0xZKyDyGgJQERdLQESN1NU/aGcYqe2g8kIyRYAgYGBggKCkqw65OFaU9AbKw9w8hGEMaREdL+84TM2P/LXPh+mqX9JvV4BBF09Nj4snUhEI6ACDpyJISAEFAIDGxzSal0JU1zAo+cquKTb2OYm5trPoj0TNAEXFxcYGNjAyMjowS9TlmcZgQCAgLg7u4OW1tbzQaQXpES8Pf3h5ubG5ImTRrps/KAZgQCAwPh4eGBJEmSwNDQULNBYqmXt7c3UppuR65Ux2JpBv0YlkuWc2JkaUJACAgBEXTkDAgBISCCTgydgUOXsiJJugHIkydPDI0owyQ0Atu3b0ft2rVhaWmZ0JYm64kBAnzZPHHihGJjabFDgMWcI0eOoFGjRrEzgYyqiDnXr19HqVKlYGJikqCIPHjwAB7vpqFmyecJal2JbTEi6CQ2i8l6hUDsERBBJ/bYyshCIFEREA8d7c11/HouZC48FUWLFtV+MBkhQRJYvHgxmjZtimTJkiXI9cmitCPw/ft37N27F61atdJuIOn9SwJOTk7YvXs3unTpIpRiiYCrq6siTFavXj3Bic8sNL28ORBVij6Kpd3rx7Ai6OiHnWWXQiAqBETQiQoleUYI6AEBEXS0N7IIOtozTOgjLFq0SBF0kidPntCXKuvTgIAIOhpAi2aXjx8/Ys+ePSLoRJNbdB4XQSc6tBLnsyLoJE67yaqFQGwQEEEnNqjKmEIgERIQQUd7o4mgoz3DhD6CCDoJ3ULarU8EHe34RaW3CDpRoaTdMyLoaMcvMfQWQScxWEnWKATihoAIOnHDWWYRAgmewPIRjgl+jQl9gSLoJHQLab8+EXS0Z5iQRxBBJ/atI4JO7DMWQSf2GSeEGTqOk1xfCcEOsgYhEN8ERNCJbwvI/EIggRAQQUd7Q/xK0OELDFcakXLX2jOOyxHYXtbW1kqlGFWLSNDhykic6NXHxyculydzxQABThjLFa1UVcu0EXT8/Pzw7ds3cIUhfWn8jlhYWCiV37hMdlRaRIIOj8PsOSl1VMeJylz68AyfNz7D6onaRdDRB8sDIujoh51ll0IgMgIi6ERGSD4XAnpCQAQd7Q0dkaDDF7wBAwbg1atXsLOz034SGSFOCHBpZb5k1q1bF506dfqtoMNJPkeMGAEzMzMYGxvHyfpkEu0JsACXLVs29O3bF+nTp1cG1EbQuX37NubNmwdO+stnQdcbCwn8nhQpUgRDhgyBqalplLYckaDDgujUqVNx584dpSqTiDpRQqnw5++pP//8E+3atQvpJIJO1Pgl9qdE0EnsFpT1C4GYISCCTsxwlFGEQKInIIKO9iaMSND5+vUrpk+frlx6pBSy9ozjagQu+7t27VrY29ujbdu2IdMuX75cSYrMHgmqdunSJWzatEm51Eo587iykPbz3Lt3T6kE1Lp1a6RLl04ZkO3OVa6aN28e7Qnu3r0LLmvfokULpE2bNtr9E1sH9kw7ffo0nj17BgcHhygLOs7Ozti1axc6dOgQsmUWdJYsWYICBQoopbbZo1Fa5ATc3d2xatUqZMiQAf/8808YnmfOnEGVKlVgbm4e+UBx+MSNGzfw6tYgVCr8IA5n1c2pRNDRTbvKroRAdAmIoBNdYvK8ENBRAiLoaG/YiAQdvrzwb57LlCmDBg0aaD+JjBAnBPiCuWLFCrx+/RolS5YMmfPYsWMoXbp0GOHm6dOnePfunWJn9fCsOFmoTKIxgVu3bmHdunXIkSNHiPcch/xcu3YNZcuWjfa4Hz58UM5Bz549lQu2rjf2Djl+/DgOHTqEYsWKRdk7jd+tK1euKGKDqrG3FNujfv36KF++vAg6UTw87ImzdOlSsNdTiRIlQnp5eXnhwYMHyJ8/f5SFtihOqfVjL1++/D97ZwJuVXGm60pUVERkVlFAFAQcUFDCoCAiiIgio0kUSTubxGh6uHbneh362p0bjemYztCIUTIYjREHJnFAGVQEB2QQw6AM4oAgCA6IaOybr+x9cjicc3atcdda663n8TGRtWpVvX/trevdf/1lmn31PjN64MbIfRW9A4RO0VcA84fAlwQQOqwECEDAEkDoRF8ICJ3oDH3pQS+dysbZuXOnGTFiRNWw7r33XptpVX373KJFi8yzzz5r/v3f/x2h40sAHcahTIGHHnrInH766ebAAw+0dyjukhTawhK0rVq1ysybN88ex922bdugt2fuegmdmTNnmueff96MGjXKWRxs2rTJMv76179eNWdlRk2ePNn069fPnHLKKQgdx9UgoXP77bfbGlCSYaWmzJ358+dbMakaRz41ZcZ98s5PzJDea30aVibHgtDJZNgYNARiJ4DQiR0pHUIgmwQQOtHjFrfQ0QuTfrkOUkxZtSfyVMtFc9evzUELzaoOR5Q6Jnqx1y/fzZo126U2hf6ZtlxVFzracqWtNjfccENgoRM2xtralZc6I5ViIKHz6KOPmnHjxlVtuVLcp02bZrdNBW2lLVcXXnhhIkJHn4Xt27cH/j5QXacon4W6OChuTzzxhFm+fLn57ne/6yx03nvvPStvLr744qquS1uuunfvjtAJsPAkdFSoXVv8xo4dW3Wn/rm2w5122mneCR197tYu+mdzaje2XAUIda2XInSiEuR+COSDAEInH3FkFhCITAChExmhiVvoaAuHCu7qxcm16SVf2x9KNUFc7/P1OtXpUJ0T/YIfpKnIreoWha3FURI6EjfVa33UdsqVhM6kSZPMjTfeGFjoaIuOYhxEWOkFfdCgQc4v0EG4VeLa9evXG2U5BWWgzBqJu7BNL5YzZsywQieOosgq6Cuxp/WSRIZOSaAoayxIO+yww2xtmrCfhXJCR1t7rrzySuf1WFdRZGWa6LuLDB336JaEzkEHHWTXcalRFNmdYZavROhkOXqMHQLxEUDoxMeSniCQaQIInejhi1vo6MVNqfNBMnQ0i0aNGiXyi3x0QsF7KB1nLLETpCkjQfVswmaxpCV0lIGlGAdpmlPTpk1Dzy3Is9K4tlIMsiZ09Fl4//33A38fqChuErWdSoIJoZPGp6T2ZyB0KsfehycjdHyIAmOAQOUJIHQqHwNGAAEvCCB0oochbqEjiSGpE1ToSGaopkJemrZcBWWgLBbXY5Rr45SW0FGMJTSCNAkdvaSHlVVBnpXGtRIDQbNO4mCQNaGjWFTis1DXGkDopPHpqP8ZCJ3Kx6CSI0DoVJI+z4aAPwQQOv7EgpFAoGIEOrXbYq4Zt6Biz8/Lg+MWOtqOo4KjQbZcaVuFTjtJYstHJeKkuT/++OOBt1xp/uIQdptJWkJHp2jpxJ+g242GDh0aSVhVIpZ1PXPdunXmxRdfTJ1B1oSOPgvTp08PJL8kvtq3bx9p+yFCx6dPy65jQej4G5s0RobQSYMyz4CA/wQQOv7HiBFCIHECCJ14EMctdD777LNQv8irYG6U2iLx0IinF2XmaEtSEOGhJ2v+4hC2pSV0FGMVug3aGjdunJsMHWXnKPMkaIvKIGtCR58Frcug2WrKVEvipCMydIKu2PivR+jEzzRLPSJ0shQtxgqB5AggdJJjS88QyAwBhE48oYpb6Chz4emnnw6codO3b1/7q3weml4aH3744cB1ZjT/k08+OfTWs7SEzpo1a2yMgwgrbSfTSVtJnFyU9pqRnFi9erU99j0og3PPPTdSllLWhI4+C/fff3+gLXrK0DnyyCNNz549Q2er1bUmEDppf1p2fx5Cp/IxqOQIEDqVpM+zIeAPAYSOP7FgJBCoGAGETjzo4xY6Otlp06ZNgV509QLXsmVLWxg5D00v+W+++WYgqaV5a/7iELbOTFpCR9lHinGQrAttI2vTpk1oWeXbuhBrHWWdNoOsCR19FrRFL4j40vrff//9TfPmzUN/FnwXOvoM6ZS5IFtTVWNswIABpl27drF+HCRnV6xYEahPjUEne4Wp+YXQCYQ6dxcjdHIXUiYEgVAEEDqhsHETBPJFAKETTzzjFjr6j3XJjKAvcDqC+YADDohnUhXuRXN/7bXXAtUN0ZA1f3HwXehs27bNxjiozOjUqVNuhM7WrVuN6kWlzSCLQkeyIMiJb6UT0Q4++ODQnwXfhY54SAgGbU2aNIk9y02f5x07dgQaijLt9H0V5rsKoRMIde4uRujkLqRMCAKhCCB0QmHjJgjkjwCnXEWPadxCRy8py5cvD/wC17lzZ9OqVavoE/KgB72sqWBu0JckzV/Sw/eiyBs3brQxDiIzlF2gLTR5qZO0YcMGs3LlysAMevXqZbT9LGzLmtDRZ2H+/PmBMlHERjKnQ4cOoT8LvgsdfTeE2ZrarVu32L8nX3nlFbN+/fpAS/LAAw80Xbt2DbWWETqBUOfuYoRO7kLKhCAQigBCJxQ2boJA/gggdKLHNG6ho5f8INk5pRlIYoT5tTc6gWR6CJKRUBqB5h9W5qiPtLZchY1xno6lrxSDrAkdrctKfBZ8Fzoqqr1q1apA35WlbYsqrB1nU7bd+++/H6hLjUHZhGE+0widQKhzdzFCJ3chZUIQCEUAoRMKGzdBIH8EEDrRYxq30Ik+InoISyAtoRN2fNwXnUAWhU70WcfXgy9FkSUEJXWCNmW4RZG+tT1PTIJKN40hbLYdQido1PN1PUInX/FkNhAISwChE5Yc90EgZwQQOtEDitCJztCXHhA6vkQiuXEgdKKx9UXoaMuVTkkLWhRZ25zi3pq6bNkyWxMrSNOWq2OOOYYtV0Ggca0lgNBhIUAAAiKA0GEdQAAClgBCJ/pCQOhEZ+hLDyWho5OyLrjggqph3XXXXfbIcJ0cVGovvPCCPU76hhtuMPvtt58vU2AcZQhI6Dz22GM2vocccoi9evv27WbatGlGR6IHbXqZ12lLF154oWnbtm3Q2zN3fUnoqP7Rt7/9bedTmlQE+6GHHrKcSq30eTv++ONN//79A2XOaBxBi2qXTgNs2LBhrNxV90ynbgVpGkOLFi0CzbnUPxk6QUjn71qETv5iyowgEIYAQicMNe6BQA4JIHSiBxWhE52hLz3oBXPixIlGL+n6Jb/UnnnmGdO9e3dT/UVw7dq1tubOf/zHf+zyz32ZC+OoncCiRYvMb37zG3PQQQdVCTpleyxdutT06NEjMDYdP6+X+auuuqowQufJJ580U6dONUceeaRzDRh9VpYsWWJOOumkKsbaMrV69WozatQo069fv0By47PPPgt1nLvi3qhRo8Bxru+Gd99910iyBGkag7J0wmz/QugEIZ2/axE6+YspM4JAGAIInTDUuAcCOSSA0Ike1LqEzo9//GP7gjh06NDoD6GHVAh8/PHH9mVfv+TrJbPU7rnnHnPmmWcaHXlcasr0mDVrlrn++uvJ0EklOvE8RCcSSUboc6kXajUJmZkzZ5rhw4cHfogyVWbPnm0uueQSe7JU3psyY+bMmWMWLlxovvnNbzrXgVEWyxNPPGHvKTV93pTddPLJJ5tTTjklkNxQVpUyrYJuudIpaa1bt441TDqRb82aNYH6VHaY/v0Qpo4OQicQ6txdjNDJXUiZEARCEUDohMLGTRDIHwGETvSY1iZ0Nm/ebH70ox9ZAdC+ffvoD6GHVAgoY0AvZnrhu/zyy6ueOWHCBLvlqmnTplX/TFuu9M/1MhrmpSyVCfGQ3QhILChbZNy4caZNmzb2z/X/JXnOO++8wMQWL15stxIp8yPu05MCDyaFG3QC3zvvvGOfpKykvffe2+mpymSaPHmyFV+lJu633367OeGEEwILHaeH5vQihE5OA+s4LYSOIygug0DOCSB0ch5gpgcBVwIIHVdSdV9Xm9DRr8e/+tWvzL777hvoWN3oo6GHOAgcccQRNiOn1MaPH2+FTvPmzav+2bp162yGwKeffhrHI+kjJQLKvpJ4GTJkiFGtJLVt27ZZoTN27NjAo9CWoaeeespo25ZOXipKU2HhkSNHOsvMDRs2mClTppjLLrsMoRNxkSB0IgLM+O0InYwHkOFDICYCCJ2YQNINBLJOAKETPYK1CZ3ovdKDTwRqEzo+jY+xRCMQRehEe3Jx7kboxBdrhE58LLPYE0Ini1FjzBCInwBCJ36m9AiBTBK4ZtwC06ndlkyO3ZdBI3R8iURy40DoJMfWh54ROslHAaETH2OETnwss9bTinXNzC2/65m1YTNeCEAgAQIInQSg0iUEskgAoRM9agid6Ax97wGh43uEoo0PoRONn8vdCB0XSm7XIHTcOOXxKoROHqPKnCAQjgBCJxw37oJA7gggdKKHFKETnaHvPSB0fI9QtPEhdKLxc7kboeNCye0ahI4bpzxehdDJY1SZEwTCEUDohOPGXRDIHQGETvSQInSiM/S9B4SO7xGKNj6ETjR+LncjdFwouV2D0HHjlMerEDp5jCpzgkA4AgidcNy4CwK5I4DQiR5ShE50hr73gNDxPULRxofQicbP5W6Ejgslt2sQOm6c8ngVQiePUWVOEAhHAKETjht3QSB3BIb1e82cc8qq3M0rzQkhdNKkXZlnIXQqwz2tpyJ0kieN0ImPMUInPpZZ6wmhk7WIMV4IJEcAoZMcW3qGQKYIIHSihwuhE52h7z0gdHyPULTxIXSi8XO5G6HjQsntGoSOG6c8XjV5TkczZW6HPE6NOUEAAgEJIHQCAuNyCOSVAEInemRrEzr//d//bT7++OPondNDRQjstddeZu+99656dm1C5y9/+YvZsWOHUaxp2SLw1a9+1eyzzz5Gf1eLInSKug722GMPs++++zoHHqHjjKrshQidsohyewFCJ7ehZWIQCEwAoRMYGTdAIJ8EEDrR4zrr5c7msONvMd26davqbPv27eYXv/iFad++vdm5c6f54osvoj+IHlIhoBf0Jk2amOHDh1c9b8KECWbMmDGmadOmVf9szZo1Zt68eeYrX/mK0T207BCQjDjttNPMgQceaAetF+SpU6ea888/P/AkVq1aZZ5//vlCrQOteUnPkSNH2r+7tI0bN5rJkyebSy+9tOryDz/80Nx+++3mhBNOMKecckqVYHPpr8jXIHSKG32ETnFjz8whUJMAQoc1AQEIWAIInegL4bEFR5hmh19rjj322KrOtmzZYqZPn26GDh1qZs2aZfbff//oD6KHxAl8/vnnNrPq008/NWPHjq163t13323OOussK3pKbfny5eajjz4yeqFv3rx54mPjAfEQkGxVjE899VTTunVr26nEwhNPPGEFRdD2yiuvmM8++8wsW7bMtGrVKujtmbtenxFlr4nj4MGDTYMGDZzm8N5775nHHntsF2mmz899991n+vTpg9BxovjlRQidALByduktv+tpVEeHBgEIQAChwxqAAAQsgU7tthiddEULT+CPjzYz6z88y7Rp06aqE72oaDvHmWeeaTZt2mS6d+8e/gHcmRoBvaz+/ve/N3/+859t1kCpzZ4925x44ommUaNGVf9MW0g6dOhgt+ucd955qY2RB0UjsHbtWnPXXXeZQw891BxwwAG2s08++cQsWrTI9O7dO3Dnb7/9tjn66KONMlCqS8DAHWXkBsmE5557zkhotmjRwuy5555OI9fnRIyViVNqEqcrV640o0aNslKntAXOqcMCX4TQKW7wETrFjT0zh0BNAggd1gQEIGAJIHSiL4TZi47665arm83xxx9f1Zl+8VdWR//+/e0Lf69evSI/6K233rK/zKbx0qMtFe+88459WWvZsmVh6sQoc0MZA8q0kKTRVjltz/nNb35jM3Sqb7lSZo7+0gu9turkaduVsi9ef/11u6bzNC+ta2XSPPvsszZmpYwafV4ff/xx8/Wvf91I6gVpkn/r1q0zb7zxhrngggtyxas2DvqMzJkzx/6RRIw+H+WauEt4ibEYlbagSqRJrnXq1Mn07NnTbltzbepDQknfT0VrCJ2iRfxv80XoFDf2zBwCCB3WAAQgUCeBO6+bAZ0IBGoriqysnPvvv99u64hL6KhOR9u2bXcp1hth2PXeqhcr1YdRBoOyD4pS+Fcvq7/73e/svJVtoZdGCbSJEyeac845p2rLlfisWLHCvshLtF100UW5qZNUevl+6KGHzBVXXJGbeWnBa25Lly6126u++c1vmoMOOsh+DiR0Hn30USt0gtS7Un/acqVsLa2FSy65JND9SX1+k+xXrJ588km7zWzEiBFOGTqlNTVjxgzzd3/3d1WMJA4ldCQOTzrppEBCRwXJJTYkg4rWEDpFizhCp7gRZ+YQqJsAGTqsDghAoIoAQifaYkhL6Lz00ktWruh0njSahE6zZs1M586d03icF8/Qy+qvf/1rK24uvPDCqjGpcKuKIotHqSnTQy/x69evN5dffrkX4486CIk7bYMpFQm++OKLo3bp3f3a9iOxoEwRbbtS03ynTJkSasvU4sWLbTbb6tWrzXe+8x3v5hv3gLZu3Wpr4SiTafTo0c6C+d1337WMayuKrO2M/fr1C5R9qOweZccdccQRcU/R+/4QOt6HKLEBXnzTkMT6pmMIQCBbBBA62YoXo4VAogQQOtHw5kXo6AVJL12lLSfz5883jRs3NkcddZQFpEyVQw45xPkFLhrVytwtoXPHHXdYoaOsm1Kr7dhyCR3VY5HQUSZLHpqyUx588EF7+pPqPu233355mNYuc3j55Zet0Bk3blyV0IlybLkEkYSOTj0rktBRho4kpwoku7S4jy1XNp24q45V0RpCp2gR/9t8ETrFjT0zh0BNAggd1gQEIFBFQEWRVUuHFo5AXoSOalwsWLDAnl6jVtp6UqrZUzrquXodmXDE/L2r6EJHkXn11VfNH/7wB3Pttdeahg0b+huskCND6IQE9z+3lTJ0EDrROEa5G6EThV5279XpVqqhQ4MABCAgAggd1gEEIIDQiWkN5EXo6EVNJ9eoNoWafgGXxClt8ZLY6datW66PYEfofCnyfn2nc+UAACAASURBVP7zn9vsnHPPPddKHdeTjGL6SCXaDUInGl6ETjR+cdyN0ImDYvb6QOhkL2aMGAJJEkDoJEmXviGQMQJk6EQLWF6EjmqnbN68uWrL1cKFC03z5s1Nu3btLCAVNtVWnAYNGkQD5vHdCB1jlixZYgt6azuZCs6qWK2Omk7jdLU0lgZCJxplhE40fnHcjdCJg2L2+kDoZC9mjBgCSRJA6CRJl74hkDECw/q9Zs45ZVXGRu3PcPMidGoSfeaZZ+xpT8cee6w/sBMeCULHmFmzZhnJPB3pXapRMmzYsNxk6SB0on2IEDrR+MVxN0InDorZ62PynI5mytzi1YzKXqQYMQTSIYDQSYczT4FAJgggdKKFKetCZ+fOnTYrRxk4+qtUO+e5554zqpejU65q/pm2YilTR/88Tw2hY4xE3v7772+P9H7jjTdsTSVl6eRl21VWhY4+o/pLmVKVzJJD6FT+Gw+hU/kYVGIECJ1KUOeZEPCXAELH39gwMgikTgChEw15loWO6uVMmjTJnur0l7/8xehlTdus1HR6k06wUaaGrlMR1EaNGlmJo5dKHTWsP8tTQ+gYM2fOHPP444/b2kni0bNnTzN8+HBbTykPzXeho6PjJVX1GdP/Lm1101HhOoVOAva8886rWMFqhE7lPwUIncrHoBIjUEFkbbuiQQACEBABhA7rAAIQqCKgE65UR4cWjkCWhc6mTZvMb3/7WzN27FgrbWbOnGnOOussC0Ivk/ZfGH8VOOvWrTNbtmwxXbt2tf9fJyHpCPMuXbqEg+bpXQgdY+P82muvmYceesgMGTLEZmi1bNkyN9lYKvw9bdo0K0Vat25tV6KykKZPn26P4Q7ali5dat577z3z+uuvm0suuSTo7btdr8/hE088YU4++WTb53HHHWf22msvc8stt1i5o9j867/+q61nVYmG0KkE9V2fidCpfAwqMQKETiWo80wI+EsAoeNvbBgZBFIngNCJhjzrQuePf/yj+d73vmf0kjB16lRz/vnn7wZEL5FvvfWW3XojoaPtWC1atLAv+3lqCJ2/RfMnP/lJ1Slnyt7KS1PmmYSkMo+UmaYmiSIx06NHj8DT1Odi27ZttqB43759d7lfUlTsgmxX++ijj2yGzoUXXmjFjmpYKVPu6aefNt/61rfMI488YrPj2rRpE3iscdyA0ImDYrQ+EDrR+GX1boROViPHuCGQDAGETjJc6RUCmSVw53UzMjv2Sg8860LnvvvuM1deeaXdXqPMhW9+85u1Cp0NGzaYXr16WaGzYMECW1+HDJ21dmvaFVdcUellGPvz77zzTtO7d29bGDtPTTLnqaeeMqNGjTIHH3ywnZrWvrLTRowYEXiq6m/jxo223pCES/XMNmX+SPToOZI61f+s9L9rPvD99983Tz75pPn6179uHnjgAXuvMnT+/Oc/m4suushuh+vXr5859NBDA481jhsQOnFQjNYHQicav6zeffFNQ7I6dMYNAQgkQAChkwBUuoRAlgkgdMJHL8tCR9trlIkxePBgm6UgUaMjqmu2t99+29bX0THWEjrKSujevTtC569He+dN6Eg0KMaq16IsrLzUzimt6cWLF5sZM2aYCy64wG4bVKsvO63cN4P6k+zUMe+SMKpxo6LSK1eutBKnYcOGdkuXMnWU0aZsHtUn0jW1NcklCR19Dqtvubr55pttDatly5aZ6667rkpGlRtf3H+O0ImbaPD+EDrBmeXhDoROHqLIHCAQHwGETnws6QkCuSCgGjraekULTiDLQkcvmdpqor/rRb56EdbqJGr+mV5I27dvX7HCrMGj5HZH0bdcaauPTrlq166d/SuPLcmiyOPGjTOvvPKKUZaNstckxRYtWmQz2/SZkRhVxo0+O9pGVVtTDD799FP75zrVStk5EmzK1tEx8hKvygiT3KlEQ+hUgvquz0ToVD4GaY9AxZC15YoGAQhAoEQAocNagAAEdiHASVfhF0SWhU74WefzzqILHYm7WbNm2Uytf/7nf646YSlP0U5S6HznO98xqoGjLJ1mzZpZMaMtVyoqrWwd/W+JGMmdrDaETuUjh9CpfAzSHgFCJ23iPA8C/hNA6PgfI0YIgVQJIHTC405L6OglWwVStYWDlgyBogsdUZWE+PGPf2wGDBhg+vTpkwzoCvaapND59re/bbdUffLJJzYTR9k0ytbR1jUJHZ0qp89vpbJr4sCO0ImDYrQ+EDrR+GXx7slzOpopcztkceiMGQIQSIgAQichsHQLgawSQOiEj1waQkfHImvrhgqhduzYMXd1TcLTj/dOhM6XPJcsWWKPLb/hhhviBexBb0kJHdXQ+cY3vmGPFdcWxv32289umVLW07777msaNGhgPv74Y/vP9Bmuq4aOB4jqHQJCp/IRQuhUPgZpj4ATrtImzvMg4D8BhI7/MWKEEEiVAEeXh8edtNApnaCjgqo66UZbOY444ojwA+bOOgkgdL5EozWnmi3KOMlbS0rorFu3zowZM8bWu1EGjoolKzNHEnb16tV2+9phhx1mJGdVaLpVq1aZRBu30JkwYYI9tUtHsYuda5M00zotnVTmel8ervvss8/ML3/5S/vvAtVtKjWJHm2ZHDRokHeZnAsXLjRrF11jBnRfkYcQpD4HhE7qyHkgBLwngNDxPkQMEALpEkDohOddl9CZNGmSOfXUU+0WjJ49e9pf5nVqjU7W0a/3Li8vOoXqzTffNEcddZTdsqGtHNp6dfjhh5u2bduGHzR31koAofMlFm0NevDBB83ll1+eu5WSlNBZs2aNUQ2dvLc4hY4ExK233mpPCFPGkst3Yomvvk+V8XTAAQfkHflu81ONJtVqGjhwoD3KHqGT/yWA0Ml/jJkhBIISQOgEJcb1ECgAAY4uDxfk2oSOfoW//fbbTY8ePYykzDHHHGOPLh47dqytTXLWWWfZU4Tqe4FR4VT9Aqu/V6+bo350TLK2cOjlqr6mTIE2bdqwRcsxtEUXOpKP2jKkl0UdnX322WfbtaPssLzUbkLoOH4Y6rgsTqGjTBNlMknoSFIEaRI6EkL6jixikwA7+uijrdxH6OR/BXBkef5jzAwhEJQAQicoMa6HQAEIIHTCBbk2oSOJc/PNN9v/4NavyMqwUXHU0aNH23oaI0eOtKnyyrqpq+k/2I877rg6ZcyKFSus2KnetK1Df6mpuK2OOT7nnHMyXYQ1XFTC3VV0oaMsk+uvv97W0NELttaqCiPfeOONdvtQHhpCJ1oU4xQ6UUaigtP6/tM2NtqXBNhylc+VwAlX+Ywrs4JAVAIInagEuR8COSRwzbgFRluvaMEI1LflStk4EjnK1NGLkITOVVddZbdiKXumvgwd/VlJztQ2oi+++MIWXK3e9B/02palpr/PnDnT9O3bt6oAq+5p3bq12WuvvYJNsiBXF13oaH3oJfnXv/61eeWVV0ynTp1sVtmRRx4ZaDuMz8sFoRMtOr4IHYlyCesOHTj5pxRRhE60te3r3QgdXyPDuCBQWQIIncry5+kQ8JIAJ12FC4trUWS9LCvrQVuokmjqX4Unp0+fbiQm1LQtoZQFJDmkYsrnn38+GTt1BKDoQqeEZf78+WbevHm2WO3xxx9fbyZZEms5yT4ROtHoInSi8UvyboROknQr1zdHlleOPU+GgM8EEDo+R4exQaBCBBA64cC7Cp1wvQe/69VXXzWPPvqo3epVygDSiTDKthg8eLBp2rRp8E4LcgdCJ/+BRuhEizFCJxq/JO9G6CRJt3J9I3Qqx54nQ8BnAggdn6PD2CBQIQKcdBUOvG9CR7NYv369mTt3rs3WURHlESNG2Fo6TZo0CTfJgtyF0Ml/oBE60WKM0InGL8m7ETpJ0q1c35xwVTn2PBkCPhNA6PgcHcYGgQoSoDBycPg+Ch3NQtutNm/ebHSSzMEHH8xJVw6hReg4QMr4JQidaAFE6ETjl+TdCJ0k6Vaub064qhx7ngwBnwkgdHyODmODQAUJIHSCw69P6PTv39/oCHMVRab5T0Db1CZOnGiaN29uLrrooqoBjx8/3owZM8b+81JbtmyZPW5ZJ0NdfPHF/k+OEVoCittjjz1mvvWtb5lDDz3U/jMd1z516lRbADpoW7RokS3Ou2rVKnPppZcGvT1z10vozJo1y6hmlz4Te++9t9McVGx7ypQp5rLLLnO6vtxFFEXenRBCp9yqyeafI3SyGTdGDYGkCSB0kiZM/xDIKAFOugoeuLqEzgMPPGAGDRpknnvuOZshQ/OfgIpWv/7667Zw9SWXXFI14NqEjk6B2rRpk1m6dKk9np6WDQISrO+++64ZOXJkbEJHQkgFybt27ZoNCBFG+emnn5qPPvrICh1t5UToRIAZ860InZiBetAdJ1x5EASGAAFPCSB0PA0Mw4JApQlQGDl4BGoTOjqq/KabbjK9e/e2NWxo2SCgY+D1wqoi0t/5znfKCp1nn302sVPLskEse6NUbPWZHDZsmGnbtq2dQJQMHW3hev75582+++5rtH6K0DRPZchIeuZR6Gi7qmKqbCSdDuhbU7H7HTt2mDPOOGMX/ggd3yIVfTwInegM6QECeSWA0MlrZJkXBCISQOgEB1ib0FEvb7/9tv0lm5YtAnpZ0lYcvaCXWm0ZOnrpU6aHXmxp2SLQuHFj07Jly6q6UlGEjtaBtlx98skn2YIQcbQtWrSwJ+aVTtIr112WtlwplrfddpvdLivB6zrHcgzi+nNJJmVI/eAHPzCtW7eu6hahExdhf/qhILI/sWAkEPCNAELHt4gwHgh4QoCTroIHoi6hE7wn7vCVQG1Cx9exMq7gBKIIneBPK+YdWRI6yn755S9/aTO4TjrpJO8Kyr/44otm3rx55nvf+5456KCDEDo5/kghdHIcXKYGgYgEEDoRAXI7BPJMgMLIwaKL0AnGK4tXI3SyGDX3MSN03FmFvTKLQkc1kQYMGOCd0Jk/f76ZNm2aufLKKxE6YRdkRu6jIHJGAsUwIVABAgidCkDnkRDICgGETrBIIXSC8cri1QidLEbNfcwIHXdWYa+MW+iogPlbb71l2rdvH3ZIdd5XytA55phjzMCBA70TOiq0P336dIRO7JH3q0Pq5/gVD0YDAd8IIHR8iwjjgYBHBKijEywYCJ1gvLJ4NUIni1FzHzNCx51V2CtdhI4KVus6xaNcgWnVuVGNmzZt2oQakk6yO+SQQ2otao7QCYW03pt0CtzaRdeYAd1XxN95TntE6OQ0sEwLAjERQOjEBJJuIJBHAgidYFFF6ATjlcWrETpZjJr7mBE67qzCXukidCRoHnzwQdOqVSuz11571fsoFaPesmWLvTZM07M6d+5sevbsudvtCJ0wROu/B6ETnOnkOR3NlLkdgt/IHRCAQCEIIHQKEWYmCYFwBCiMHIwbQicYryxejdDJYtTcx4zQcWcV9kpXofPCCy/YujXljkPX6VM6Xeywww4LNaQlS5bYk8kQOqHwBb4JoRMYmaEgcnBm3AGBIhFA6BQp2swVAiEIUEfHHRpCx51VVq9E6GQ1cm7jRui4cYpylavQWbBggRU6++67b72P+/jjj63Q6dAhXAbDyy+/bFSHB6ETJaru9yJ03FmVrkToBGfGHRAoEgGETpGizVwhEIIAQscdGkLHnVVWr0ToZDVybuNG6LhxinIVQicKvV3vpShyfCx97Yn6Ob5GhnFBwB8CCB1/YsFIIOAlgWvGLTDaekUrT6C60FEhT20F0C+/e+65p/nqV79atrhn+Sf4d8VXvvKVXM6rOmkVaFVr2LChmTBhghkzZoxp3ry5/Wfbt283+nPV+ShXvNW/6LmNSGv3iy++cLs4Y1eV1u9nn31mt/aoZsrUqVPN2LFjA89EjLR1p7ReAneQ0RtK66NBgwa1FhauOS2ETnyBRujEx9LXnhA6vkaGcUHAHwIIHX9iwUgg4CUBCiO7h6W60Pnggw/MzJkz7Qve+vXrzdtvv53bF70mTZoYzTdvL/0SNAceeKD9S8JmyJAhZtq0aWbUqFFW6Hz00Ufmt7/9rX2JXbZsmRV4eWtisMcee5jGjRubrVu35m16ds22bNnSHHvssVbIaYvPo48+GkrorFmzxjz//PN2PeRZ8FVfBPp+03YnfUYkxfTZ0Pzrawid+D5GCJ34WPraEwWRfY0M44KAPwQQOv7EgpFAwEsCCB33sFQXOps2bTIvvviiOeGEE8xPf/pTc+ihh5p+/fq5d5aBK/UyPGPGDLN06VL7Aqw55qm9//775uGHHzannXaazd5Q0dVZs2aZkSNHWqEjSaeXf9XuuPvuu80ll1xStt5H1vh8+OGH5rLLLrNz69OnT+7mJwGjorj/9m//ZqZMmWJOPfVU89RTT4USOqoNoowffS70mdD/znOTtOrevbuVmeImfsOHDzcSvAiddCKP0EmHcyWfQv2cStLn2RDIBgGETjbixCghUFEC1NFxw1+b0OnWrZu57bbbzMknn2zOOusst44ycpVeXO+77z7z2GOPmRtvvDH0KTO+TlcZKT/84Q+t0FFh1tatW+8idJSZoLl36dLFHrF8/fXXm/3228/X6YQal7KQ+vbta77//e+bc889N3dCZ86cOWb69OnmRz/6kfnjH/9o+vfvH1roqLiuspmeeOIJK29btGgRinlWbnr99ddtBqKODT/zzDMtv3POOQehk2IAETopwq7Qoy6+aUiFnsxjIQCBrBBA6GQlUowTAhUkQB0dN/j1CR1lNwwbNsyto4xcJaFzzz332K1l1157renYsWNGRu42zPfee8/ccsstTkJn0qRJVmrlTehIain74uqrr7a1g/I2P2VcPfLII+bmm2+OReionsy8efMsq7wLnZUrV5rVq1fbOlJDhw5F6Lh9rcR6FUInVpzedUb9HO9CwoAg4CUBhI6XYWFQEPCLANuu3OJRU+hoC4a2XN166612uwpCx42jL1dJ6Pz4xz+uEjoHH3zwbhk6ysbo1KmTeeCBB8wNN9yQO+FRBKGjbYPK0PnTn/5kM2vCbrlShk5J6KiWTKtWrXxZyomM489//rNZt26dLSSt+lLid/bZZ5Ohkwjt2jtF6KQIuwKPQuhUADqPhEAGCSB0Mhg0hgyBtAkgdNyIVxc67777rt2Oc+SRR9qXfW1bQei4cfTlKgkdyThtqdKL+oknnmieeeaZXWroTJw40XTu3Nn+c9VhyVsGS96FzuzZs62I+Pu//3tbD0kiBqHj9gmU0HnjjTfMxo0brbhWppNqLVFDx41fHFchdOKg6G8f1M/xNzaMDAI+EUDo+BQNxgIBjwlQR6d8cKoLHdWW0NYL/YKtAqnatoLQKc/QpytKQkf1c5SFM2jQIKOtVaNHj7ZFkXUkvWrnvPbaa7ZAsrJ5EDo+RbD8WFRD5/bbb7eZJTrtSkV+JSbCHFtexAwdneC3YsUK07RpU7vFbODAgWbPPfesFzynXJVfl65XIHRcSWXzOoRONuPGqCGQNgGETtrEeR4EMkoAoVM+cNWFTulqHef9//7f/zO9e/dG6JRH6NUVpRo6Ejn6S238+PG2PoqETqnppCSJHrZceRU+p8Goho4y6VT8WllY27ZtM1OnTkXoONArbbn69NNPzRlnnGFPgnNpCB0XSm7XIHTcOGX1KgoiZzVyjBsC6RJA6KTLm6dBILME2HZVPnS1CZ0tW7bYwrrU0CnPz7crqhdFHjx4cJ1CZ8GCBVboUBTZtwiWH0/1osgInfK8ql9REjqlosgInWD84rgaoRMHRT/7oH6On3FhVBDwkQBCx8eoMCYIeEgAoVM+KAid/J5yhdDJ/ylXCJ3y33EInT2CQUr4aoROwoAr2D3brSoIn0dDIGMEEDoZCxjDhUClCHRqt8Xo+HJa3QQQOggdauhk6xuCDJ3w8SJDJzy7uO5E6MRF0r9+EDr+xYQRQcBXAggdXyPDuCDgIQHq6NQfFIQOQgeh4+EXVz1DQuiEjxdCJzy7uO5E6MRF0r9+qJ/jX0wYEQR8JYDQ8TUyjAsCHhJg2xVCpzqBL774wtxzzz1m5syZ5tprrzUdOyJ0EDoefnEhdBIJCkInEayBOkXoBMKVmYupn5OZUDFQCHhBAKHjRRgYBASyQQChg9BB6Ox+yhVFkbPx/VXbKMnQCR87hE54dnHdidCJi6Rf/bDdyq94MBoI+E4AoeN7hBgfBDwiQB0dhA5CB6Hj0VdS5KEgdMIjTFroPP/882bAgAFmn332qXeQn3zyiXn77bfNEUccEWoyixYtMjp6vWfPnrvdv2PHDvPLX/7SHHPMMWbgwIFmjz0oihwKcrWbFi5caNYuusYM6L4iale5vR+hk9vQMjEIJEIAoZMIVjqFQH4JUEen7tjGVUNHLxcffPBBrQ/SSTx/+ctf7J995StfcVpouu6///u/7V8179ELygEHHBDqRSWOLVeay4cffmh27twZaE6l+WsMQTjsv//+xvV45aSPLd+2bVvVvEuB1FyCzEn3KYafffaZ5VAXC70Ua+5B29atW82pp55qrr463ClXtc3RZQxh1rni2rhxY5fuq67xUehIIugzUWpi8fnnn9cb35qTLt2jv9fX9txzT8ssjKhIUuhs2rTJPPXUU6ZPnz5lhY54vfvuu6Zt27bO3wXVmSxbtsw0aNDAPqtmQ+gE+jg5XYzQKY+J+jnlGXEFBCDwNwIIHVYDBCAQiADbrurGFZfQ+d3vfmc+/vjj3cSDXrr04qKX94MPPtgpbnrB/+ijj+wLYqtWrUzNFzy9sOiX6RNOOMGpv+oXxSF0XnrpJVuDR3Nq3bq10xg0J73gikWLFi3sy5hL0z0SG+PGjXO53CQpdCQ6brnlll2yCjQvZRpIvDRq1MhpjIrn+vXrTcOGDU3Tpk3rvEcvyFdeeaUJWuMnitDRmtMcDzvsMDsuV/GmOW3evNlmTRx00EFOHHSROPzjP/6jMzvd46PQ+e1vf2u2b99uP//6zL/++uvmwAMPNPvuu68Ti9I60hoqJ/H0+T/ppJPMcccd59R39YuSFDpaO4888oj93ionpSSDtU71/RamiVffvn1Nhw4ddrsdoROGaP33IHTq50P9nPjXHD1CIO8EEDp5jzDzg0DMBBA6dQONS+hMmDDBnH/++bu8fCu7Ri832h6gX5L1y7pL0wvJqlWrrACS/KjZXnvtNSsR+vXr59LdLtfEIXQkcyROxowZ45wloKyeNWvW2BfeNm3aOI1bY128eLF58sknzT/90z853ZOk0HnnnXfMtGnTzKWXXmrHovFt3LjRbNmyxXTu3LnsS6zu0ZqQ1FL8unfvXu+cJk6caIYNG2aaN2/uNPfSRVGEjiTSz372MzvHdu3aOT9X2WmrV682Rx99tNlrr72c7tOa+PnPf27Gjh1b6zqvqxMfhc5dd91lvv71r1v5qM+u1sZRRx3lxEFrQutIf2kdleO3fPlyu+Zqy04p98AkhU65Z1f/c8VenwHX74IgfSN0gtByuxahUz8ntlu5rSOuggAE/kYAocNqgAAEAhNg21XtyOIUOqNHjzbNmjWretnfsGGDeeONN2wtB9fsDWWBaDvBoYcearcj1NZeeeUV8/7779tfqIO2OITO7Nmz7Zavbt26OT1emQt6kVRGSqdOnZzEh174lOWgDA69wH73u991elaSQkci5qGHHjJXXHGF3XYlsaZMquOPP94540jzUT962ReP+tqvf/1rM3LkyKo15QTgrxdFETqSCrfeequ58cYby46vNB5l5kjWKaunNgFZ27hLNVR+//vfm6uuuirQHH0VOkOHDrWxVevatatruMybb75p5YZkjsv2M0lOfaZ69+7t/IzShb4IHWUzSpDWlmETeFI1bigJHcVA9XzCbE2LOob67p8/f74Vw8q+q57NJimqtT1o0CDnz16S46zeN0KnftIInbRWIs+BQH4IIHTyE0tmAoHUCCB0akedlNCRzNHLu15Y6ttWU31U+tVd8qJ9+/b1bs+qtNCZM2eOadmypVMGgl7cVqxYYZo0aWJf+MttxSjxkNQqbd/Ry89ll13m9FlJQ+hcdNFFVVkYLhkVpYGvXbvWZmF06dKl7LYa3VMpoXPfffeZ733ve068ldGjjJSOHTtameOyRUtrQjJM220efvhhm+nlKoI0KB+Fzh133GHjqjnpM++6ziUttSaU2eQiczR/ndAm4ZnlDJ2khY4yv/R9o61pvgmdF1980Tz99NPm+9//PkLH6VvG74vYbuV3fBgdBHwlgNDxNTKMCwIeE2DbVXpCRy9oS5YsMV/72tfsi7vLS65+nZWoUQZLuS02PggdvYDrJbS+piyWpUuX2vlo+44LB/WnLWp64RM/bVm7//77zeWXX+706Upa6EydOtVudZNsCiJztB1JfymryrXAcyWEjgTNvffea7NmyjVdq/j26NHDSVCpP20vmjdvnhWWeuEeP368OffcczMvdH7yk59YeSAWrgJB60EZPaqF5VpTSgwnTZpkxVGYLZdFydC5++677fY311iUW+tx/rnqgumz841vfGOXGmRk6MRJOb2+EDrpseZJEMgTAYROnqLJXCCQEgGETvJCZ9SoUbZQsLZE6MW93Jaa0oi0/UQSQ9LDpchwFoSOOCjLRkVhlb3hkrGg7WArV67cpT6IspZ8ETp6CdOLu17EXGvFSGAoU0t/6YU/SPNZ6GiblTKvjj32WGeZI8H37LPP2mLBpfoyv/rVr3IhdBQrZRppK6JL0xYrbcfUdr1yR3zX7E+fK4nOXr16uTxql2uKJHQkyYKIssAwQ94gsa0YKkOntEVXXSF0QgKt8G1st6pwAHg8BDJKAKGT0cAxbAhUmgDbrnaPQFxbrrTlQhJHL1rK3Ch3Uk1pJKqF8+qrr9p6Oa4FQn0XOqWaOTqd6cgjj3SSOeKhbSTKsNFLTqkwrE9CRzU/9OL+gx/8wLnAdalmjrbjBD2tylehU6qZIwGprXcuTS+rDMp59AAAIABJREFUWufaeqfPR6nlReioKPKIESMCba/UGnf9nqjOWPJXEpgaOnWvPNW2UpafhKqPTaKpusxB6PgYJbcxcVy5GyeuggAEdiWA0GFFQAACoQiQpZOc0Lntttts1oG2Ceml1aUpi0VyRlk5ylpwbT4LHckc1QFS3SC98Ltk5tQ3b5+EjuoiTZ482Xn7lwoFa0uNsnlcX9z1EqrtXOJ35513pl4UudyWK/25MnMkZbSVzmUbnbaYaHuRXmJLx6EXXei4ftZ1nYr86q/S9wpCJwi97FxLhk52YlUaKdutshczRgwBXwggdHyJBOOAQMYIIHSSEzrKNBg+fLjTlqnSKPTrsbJSXI8zL93nq9CRoFLtoKA1c7IidKqfclXuo1+qmdO/f/9A8ZXMkQDRdj3fhI6yp7SdUFt9gmQblda56pnUFEBFzdApt35Kf661oAK6ksUl6YvQcaWXresQOtmKl0bLdqvsxYwRQ8AXAggdXyLBOCCQQQJsu9o1aHFtuZowYYKtoeF6olXQpSNZopobOs5cpwpV8thynXJVsyiy6qNoS43qgQTZZiVJoq0nNbcflPj4lKHjKnSUTaHTi5TFEqUoq09brrTNSutOW8dc68S4rPGiCB1lXuk4eR1T7bomtG3ohRdesJ+nQw45pAonQsdlZWXvGoRO9mKG0MlezBgxBHwhgNDxJRKMAwIZJHDNuAWmU7stGRx5MkOOU+iMHj26TjFRGr1e6pR9EaRYp36l1zYmvQjq5U6FTX0SOpJNJZnjWgC5xEP3KmujriylLAqdUt0Ol+1I4iABJKlV80XfF6FTvWaO69HkqvEiDuUKgxdF6Kjgtz7HirPLutD3hI52l8jRiWDVWx6Ejta8CkMffvjhyXyxZ7BXhE62gsZ2q2zFi9FCwDcCCB3fIsJ4IJAhAmy72jVYaQsdvRw3atTI+ehqjfall16qOi1KL4S+bbmSlNHLiLKTotbMqflRyqLQCfJ1sG3bNrN27Vor6nQiWPXmg9DZuHGjlXU6zUpZVC4yQnNQdomETrnaQUUROkHWhOpQ6RQkZeMpo6cmc1+EjuKrIvClWAeZo4SOMt5UZ6tITbGUuNVWW31XantqqQA8QidbKwGhk614MVoI+EYAoeNbRBgPBDJEQNk5ytKhfUkgbaETlLuOeZYA6tq1a9WLnW9CJ+icJGkkf1zkQFaEjrbDNW7c2LkgtpjppU71UTp16rRbFob+vNJCR9uEFi5caHr06BH4aG3XNZFnoSN+yjzbe++9XXHYLJ6nnnrKHHPMMXXW4/JF6EhA6HQvZWEFPXpdtaKUhdSqVSun7wFngJ5fKPmtDEudDqesre7du5vBgwfbUSN0PA9ejeGx3Spb8WK0EPCNAELHt4gwHghkjAB1dP4WsDSEjl7cXetmlEammjT6D3/9iqvsiOrNB6GjOiqSTEEycsRBdViUgdCtWzenF7msCB1lHCjGpV/by30lKLPhxRdfNB06dKjzuPpKCx29cKq5xjjMOv+v//ovW3tKW7lc26xZs8wjjzxibr75Zjs2ZTlNnTrVjB071rWLqutefvll28e8efPMqFGjrGAI02oeW64j7tetWxfohDOtCY3niCOO2KVmTs3x+CR0nnzySctPosJ1nWg+Ejr6bNeWgRSGf1bu0VZEzV0F9PW/VWT8zDPPROhkJYD/M06yczIWMIYLAQ8JIHQ8DApDgkCWCLDtKj2ho5cW/RIdpFaEXowlc0o1c2rKoEoLHWWVSGD069cvUPaB6gBJ5ujEHpdf9LWlQ/c88cQT5qqrrnL6iOkkpltuucWcdtppVb98jx8/3koDbW8otQULFphJkyaZG2+80fnEJteiyOUGqjWxcuVK07Zt23pPRau00Ck3j+p/Lhmh7Vk6ljyIvPzpT39qxo0bt0tsyj3Xd6GjbK3169fbAtJ1FfuuOUdJKdXMad26da3ZWtWv90noTJ8+3X6mTz/99N22DNYXRwnrDRs22M9AUZq+z7R9VtLusssus/9e0PfAkCFDEDoZWwQInYwFjOFCwEMCCB0Pg8KQIJAlAgiddISOChdLzOi0I9cXO41MJ9voWGgVGK4t46PSQkenXGk+2hbism1Kc9Iv0fplWlk9LjJH90ig6Bj0FStWmCuvvNLpI5am0NGLrOreuDLQBCQ+VJNG4qN0DHVdE8uK0FFc9ZKqbAvVRHHl8eabbxrJtn/4h38I9PnwVeiMHDnSFitXTaQTTzyxbP2gUtwlR/X5kNxwyVjxSegoU0qZXCNGjAgkdBR7fQ769+8fqEC805eApxdJ6Dz33HPmmWeeMRdffDFCx9M4uQyL7VYulLgGAhCojwBCh/UBAQhEJsC2qy8RJrXlSun0+jVWxW5dt3GU/oNfNSmOP/74OmPsg9CpeWx5fQtSUkbFoE899VTndat6EnrJVWaTsgD0i7ZLS0vo6KVdp/T06dPHZVj2GsVXMkKCT5kY5VoWhI7mNHv2bDsf1QJyabpHGSzKRJs5c6aVAVnfcjVx4kTTu3dvm3Vy8skn13lqW00+2qqkbUsSnS5rQvcvXbrUqD5Pr169XHDvco0Es7aCSUYOHTrUOcNO85oyZcoun0N9RiV0FEfJrJpFvesanDLUlCGnE7y0TUuZTEGyugJP2pMbtO61tU9/XXTRRbaYtKQWGTqeBCjAMC6+6cusKhoEIACBsAQQOmHJcR8EIFBFgCydL1EkIXSUhSHpolNq2rRp47TqtAVB24v0gqPMl/paVoSOXvS0jUQvfieccIJTjQ299EjK6MWzxOH+++83l19+uRPHpIXOww8/bM466yzz1ltv2dpGri+xYiDBV1/NnJoTvPPOO63sCJLdpT60lUPy7Oqrr7ZbzZTt5do2bdpk7r33XqctbpIKyhbR+PRS7tpUX0Yvs8pSuuOOO8y5556beaHzn//5n1beSuqovpRL05qQnBEHyQ2XJgGkLYh6xkknneRyyy7X+CB0JJNWr15tlKUjXiom7prVFXjCHt1QEvYS1H379rU1dPTZ1HY1NYoiexSseobCdqtsxIlRQsB3Aggd3yPE+CCQAQIInS+DFLfQUZ96aQrykqYtCzqmWCfiaJuV/l5fy4rQEQe9tOhl30V86IVHWS960VO2R5MmTWzhVF+EjmrEqIivCpoqc6jckdylGGoOKgatLTUHH3yw07eD1sQvfvELc8EFF9gTwYK0NIROKbtAdYlUxNe1qb6MthiJhbbe5eWUq1/+8pfm7LPPdq4JE6RmTomtuEkASYZIFAfJDiv14YPQ0Vh0ep+yU7S+Xbdguq4xX68rZeg89thjZsCAAVZkaYtiqbYXQsfXyO06LrZbZSNOjBICvhNA6PgeIcYHgYwQYNtVfEJH22P0S6syN/RLffUCvOWWw/z5860c0H0upyRJ/kgS6FfeoE2i4J577rFbXa699lorkII21dApt+VKmRt6AdVpVq7HNqtmjl74JXP0sqPmk9BRZolqvvzgBz9wfgmV+NBLuARQuZo5pTgos0kv7Q888IC54oorAh2Frj6SFjo6Wlt1njQfiUvX043WrFlj6yhJAJXWeV6Ejk650rYjSchyTdl4OuGsffv2TjVzSv0prnrp12dColTZLUFbpYWOvh+13UqfJf2lLDcVMA+y5S7onH25viR0JLMuueSS3TLvEDq+RKr+cbDdKhtxYpQQ8J0AQsf3CDE+CGSEAFk68Qkd/UKvX1t79Ojh/OIuuaIXYwmP+mrm1FxOzz//fNUpU0GXWtJCR/3rl3e9dOoULNemlxlJoOOOO26XLSs+CR3VEdHx2JdeeqnTtCQ+dCKYRJ3rlhrdo2weZeU8+uijZtiwYV5tuZJsmjt3rs00Ui0gl6YXWWVdaatNzTo7eRI62h5XLptKQkt1lILUzKnJ2LeiyKUaOpJ0+vzr73VtodLctQ5KdXP0/yV99bnPe6sudFQUuab0R+j4vwLYbuV/jBghBLJCAKGTlUgxTgh4TgChE5/Q+dnPfmYGDhxojj76aKeo61d6nd6k7AbXe0od66QU3X/KKac4Pav6RUkKnVLNHNUQkqAqt3VM49JLjrYyiYVq5tSsF+OT0AlybLmyKUpFnV3rKKk+iooFi5vqL5WyPnypoaMXcc1JWShhauZIeDZo0GCXNVskoaNtVsqQKXdcfXVAWhNaD9UFia9CZ9q0aVbWDB482GYe1daUnSLpddRRR9k/VrZfy5Ytq/5/4C+0DN2A0MlQsOoYKtutsh9DZgABXwggdHyJBOOAQA4IFH3bVZw1dFSAttwv9KUlo5Of9Eu2iuS6bLOqvtR83XKlzBxtswpaM0d1c5TFUlsx2SwKHR1dXaqZU9eLbW1fHSpILH7KftFLvE+nXGlc2gamE9i0zcq16TQwycdSzZya9xVF6Cj7QmtCJ1m51lESK/HTGqpeZ8ZXoaOTvrRVUrV9tMWwtqYju7W9qpTdhdD5GyUydFy/VSp3HdutKseeJ0MgbwQQOnmLKPOBQAUJFD1LJ06hM3r0aKftMfqVWvJCLzUuWSw1l4ePRZH1kqlf50888cTdsjDqWt7awqQjlCWASjVzal6bNaGj2iZiEaRmTmnO2m6ljK1STRpfhI6yupRZoswcCQnXE4lKNXMkLeta50UQOloTOuFMtYMkZ1z5aV1oi5aEb/U6Rb4JHa2Pc845x/z4xz+224gGDRpU53Y8CZ2XX37Zft51n2pm6XszaJZiBf+VGfrRZOiERufFjWy38iIMDAICuSGA0MlNKJkIBCpPoFO7LeaacQsqP5AKjSAuoXP77bfbF5P6jizWliTJGL3cBnmB0bYLZW/oZVAvdtqetHnz5kA1akp449hyNXv2bNOqVSubVaP+lHmgX5dVP8i16eVGQqdRo0b1nhalbSo65UrFgV1a0seWP/jgg3XW0JGQkfhQsWDxidp+85vf2EK7aW+5UtHs7373u3b4WrMrV660cXLdOqbYanuaRIayeeoTGBMmTMjFseWlI+ZrE5PaRqc6WXGsCcVEGXqSp74URVZ8SwWedZqdMu5U7Li2Ytn6LtMWS62p5cuX25PB9L0WRmxH/XylfT9CJ23i8T6P7Vbx8qQ3CBSdAEKn6CuA+UMgZgJF3nYVl9DRC51e5Pfbb786oyPZIEEhEaIXZdemFwFtW1H9Eb08Se6oHknPnj1du6i6Lg6hoxo+eklV7QvVy9ELnLIw9thjj0DjKb3oa351tY8//tjKARURdWlJCh1lC6n49cknn1zrUHSCjxhoS019c3KZh65RJoMKMLsej17qN8opV7r3tttuq6rPpLUmeSAx4zonZZWUBGS5F3WtJcmj+kRoTV4qpPvII4+Ym2++2UoDfaZUrHrs2LGuaKuuE2P1MW/ePDNq1KjQ0kX1jvT515a02prWRZDPfH0TkRBRto+y4YK2JE650udYxa61LUz/W9JGNXLqO/1MvDWWb37zm3UyCzo3369H6PgeobrHR3ZOdmPHyCHgKwGEjq+RYVwQyCiBIm+7ikvo6AhevQzX1yRT9JKjlx7Xl+NSf9XvKUmDoC/66isOoSOJo/nqBbU0D80r6JxcPy7a6uNadyRJoVPKVqlr3PpzCYy4OGirjbZuuR4LHofQ0fpQ9kRpDvr/Wm9B56TrXdaE+pYMDDJHH4WOpKbEUm3NRVy6fhZ0ndaYPg/KmgrakhA6WiNDhw41yuzSmHr16mU6duxY59DEScJP3yMShfp8B9mGFnTOvlyP0PElEsHHMXlORzNlbofgN3IHBCAAgToIIHRYGhCAQOwEipqlE5fQiT0gCXUYh9BJaGixdJuk0IllgCl0EiVDJ4XhRX6Ej0In8qRS6iAJoVM6tvy//uu/bDbZqaeeaiVdXU1CR5lZymjSdqugdYVSQhX7Y+ISOuInGaaMTW3HLJcFF8dEFi5caNYuusYM6L4iju4y1wfbrTIXMgYMAe8JIHS8DxEDhED2CKiOjurpFK0hdOr+JT2LawGhY2ymmF6qr776aqOT1+rbBpjFGCN0wkctSaHz4osvGp3w1q9fP5t1U19TFtjixYvt+ixKk9CRyFJhaG0hVQHp6q3mKVeqyaUtp6pLJImjLa7a/njTTTfZLbjq7xvf+Ib52te+ljjCIgsdtlslvrx4AAQKSQChU8iwM2kIJEugqNuuEDoInbwJD4SO+3dlXDV03J9Y2SuTFDoSD65NJ6Dp5K+BAwe63pL56yRgNGdJHdV7atq06S5zUtaNagudcsopth6R5Nirr75qunfvbgvDjxs3zgoe/W9ta1Mds7Zt24aqpRYUZpGFDtk5QVcL10MAAi4EEDoulLgGAhAITKCI265qEzp6If7Rj35k+vTpY4YNGxaYo883FGHLlY5PPu2008zpp59uQzF+/HibCVD9F/EFCxaYBx54wNxwww25y2ApgtCZMWOG/Yz6UhTZ58989bGVhM6OHTvMkCFD7OlbLk0n0k2ZMsVcdtllVZcro0TFqUtbroIKnV//+tf2NKwiNWUm6ZRCZdDVrIGkU+EkcMRE26kkb1Rb6KyzzjI33nijzXzSNeKu7LulS5faY+3DFMcOyrzIQufim4YExcX1EIAABMoSQOiURcQFEIBAGAJFzNKpLnQkO3SS0bp168y9995r/wM670JHxw2rwLFeDJSp4lp8OMz6SuMebbm69dZb7Sk7emnSfPTiWF3oqIBtaevDv/3bv+Ve6GibhrZs6OVQWQH6K8tFaGfPnm3+9Kc/mb//+7+3kk6FleM85UqfBZ1YpowKHUOuZwQp2pzGOg/7DAmdN954wx4dfsIJJ9hTvVq0aFG2u7iFzurVq+0pV0XK0BHkJUuWmKefftqcf/75u21L++ijj4xEs/69o4Lo+nfRCy+8YLp162bl87e//W37Pa0MHclq8dNnuUePHmXjF/WCogodtltFXTncDwEI1EUAocPagAAEEiFQdKGjk1f0oqhfR/VL6YABA8zZZ5+dCOtKdVo9Q+f666+3LwgPPfSQPU1JLxP/5//8n91qO1RqrGGeWxI6yhbQS9Ho0aPNnDlzzMiRI+28FGMdd60aHxI7yubJ65ar73//+zYLQ8Vqday0jpPWr/vf+ta3Qp2QFCYeSdyjeN5+++02c0ExvOCCC8wTTzwR27HlennWdhdtexEvrSGJjzw0SQBt1VGWiD4DkjtXXXWVLWZcX0tK6Oh0rKK0oEWRlUUl8Sbhpi1qRx99tK2h83//7/+1pxUqM+rcc89ly1WCC4jtVgnCpWsIFJwAQqfgC4DpQyBJAkXbdlU9Q0cv+/olUkUmb7nlFtO7d+9cZ+hI6OilQSKna9euZvr06eaKK67I9MtrqSjyoEGD7Au5MnRURLckdCQAZs6caTp37mwmTZqU6y1XEjqDBw+2x0mrLoeKrC5fvtyMGjUq00JH8XzsscfMD3/4QytgldHw1FNPxSZ01KfWjbYjvfbaa3b7nk5kykMrbbmSyD3jjDMsP0nrckWMETrRox9U6NT2REkcfYb1va3MtNKx79FHV38PRczQITsn6VVF/xAoNgGETrHjz+whkCiBomXp1BQ6OqlFKe633XZb7mvolISOtrAcf/zxtkbGP/7jP9rTVLLaqp9ypSyd1q1b7yJ0tL1MMqBLly5W6Kg2RZ4zdPTSri1n2n6m+huvv/66Oe+88zIvdFS7RZlWf/zjH03//v1jFzrK7pLk0NYgZQLlTego00PZMeJ3zjnnIHRS+MKLQ+ikMMxaH1FEoTN5TkczZW6HSiHnuRCAQM4JIHRyHmCmB4FKEyhSlk7RhY624ejXd2VwTJgwwb7cZfnlFaHzt2PLlaGjWhsSWH/3d39nhc7jjz9uM05qFmSt9HdOkOdXP7Y8CaGjLVcnn3yylRza3nXcccdl+jNRnW3NU64QOkFWXrRrETrR+KV9N9ut0ibO8yBQLAIInWLFm9lCIHUCRcrSqSl05s+fbzN0fv7zn5uTTjop91uudu7caYWOshxUa0Vbk7IudFQXp2/fvnbLjIo+19xypa1lqimjQrp5z9CR0NGJUBdddJE9NUdCR9vRsix0lFE2bdo086//+q/mwQcftIIqzi1XEjradqlMNa0dHRud5c9ETaGjujkqwCtumqu24LHlKvl/zSJ0kmcc1xPYbhUXSfqBAATqIoDQYW1AAAKJEiiq0FEhVL386j+8tfVK21TyfMqVtlzlUejolCu9oOoEGNWQkcTQS6uKIivGd9xxh9lzzz3tdhpt28nzlqs8Ch1lzWgbmQrCqu6VtkQpxmPHjg38vfjyyy/bE6zmzZtn14iKH+dd6KgosmoDaTuiZO64ceNMw4YN62XnWw0d1ZCRoNR3ddCmz76KQKsGTZoNoZMm7WjPIjsnGj/uhgAEyhNA6JRnxBUQgEBEAkXZdlU9Q0cFJ7du3WqPeNYpOmToRFxEFbi9tOVKGRaKn06Iueuuu+xJRRI6Oh3m3XffNYsWLbLFkXViDEKnAoGK8Ehl6EyePNn8r//1v2wWll7MlbGD0CkPtXRsub7jevbsade+PhfljrH3TejcfffdtjCwah0FbSoIraO+lYmZZkPopEk7/LPIzgnPjjshAAF3Aggdd1ZcCQEIhCRQlCyd6kKnhGrLli32lKs+ffoUIkNHhYK1RenOO++0NXQOOuigkKum8rdVr6Gj7By18ePHmzFjxuxyHLtO9ipCUWRl6Dz66KP2aG+9yEpi5amGjrJrJCe0fS4uoXP//ffbLYjalvb000/nuoaOhJhLi1vorF271ixbtswWZg7T7r33XjN8+HCjwudBmzLztO1MMU6zuQgdbR0cOHCgPaGv1LTG9VclW5GKIlMMuZIrjWdDoDgEEDrFiTUzhUBFCRQhS6fIQue6666zv3Aru0Hbk7QV4zvf+U6m66sgdP5WFPnqq6+2QlKConHjxkYZaIq3/lmYF+GKfhlVe3j1oshJCJ1nnnnGrFy50mb/qP8hQ4aUrTHjC5ty46hZFLkSQueDDz4wS5cuNevWrbPyQmuzusAoNwf9+R/+8Ad73LruDdokkjZv3myPu0+zuQgdbSds1qyZ3RInJh9++KHNJuratWvZLKok51IkocN2qyRXEn1DAAIlAggd1gIEIJAKgSJk6RRZ6Fx77bXmiCOOsAVSSy/7WS6Wqw8FQmdXoaPMJG2nUXaOml4SsyxzNIekhY4+C3qR1gu4hId4lduSlMoXcgwP8UHovPXWW3bLnGSMMsgQOl8GVqJr7ty5RicPSuq0a9fOZjEdcMABdvtoJddgUYQO261i+JKhCwhAwIkAQscJExdBAAJRCXRqt8VcM25B1G68vr/oQqdjx45exyfo4BA6uwudvNUISlroBF1zWbreB6GjOlYqYq0aONo2FablNUOnJHS0LUxSR/JLW39VoB+hE2alBLuH7JxgvLgaAhAITwChE54dd0IAAgEJ5D1LB6GD0Mmb8FBhb70AasuVMnTyNj+ETsAv8WqX+yB0tNXqT3/6kz0KXnWulIHClqu/ZegoXCeccII5+OCD7dY0ia8TTzwRoRN+2TvdSXaOEyYuggAEYiKA0IkJJN1AAALlCSB0hpWHlKEr9Ov4PffcY4vjassVGTo35k54IHTcP5C1HVvufnf2rvRB6GzcuNEsWbLErFmzxpxyyilWXOgY8SBN32GqoRP0Pj3j1VdftVszfayhowwdbfXr0qWL6dChgz2Nb+fOnbaODhk6QVZI8GvJzgnOjDsgAIHwBBA64dlxJwQgEIJAnosjk6FDhk7eMlgQOu5fcgidypxypVOmXnnlFXPmmWe6B6valXfccYfNQgsjdFTwWpJEp72l2VyKIpeEzjHHHGPat29vFi9ebMdKhk6ykSI7J1m+9A4BCOxOAKHDqoAABFIlkOcsHYQOQgehk+rXSeSHseUqPEIfMnQ0etWI0VjCHlv+8MMPGx2lHuY4b91z8sknm86dO4cHGeJOV6GjotxNmjQxbdu2tYz0v3v37k2GTgjmrrdwVLkrKa6DAATiIoDQiYsk/UAAAs4E8pqlg9BB6CB0nL8GvLgQoRM+DHkROuEJVO5OF6Hz9NNP2xPplMHUvHlzs379etOrVy+KIicctotvGpLwE+geAhCAwK4EEDqsCAhAIHUCec3SQeggdBA6qX+dRHogQic8PoROeHZR73QROtpy1aBBA1sIuUWLFubNN9+0W6/YchWVft33s90qObb0DAEI1E0AocPqgAAEKkIgj1k6CB2EDkKnIl8noR+K0AmNzm7h0SlT27dvt9ud9t67MjV0om65Ck+gcneWhM5zzz1nLrroInssefX2wQcfGK3tnj17mg8//NAWR1Y76KCDTOPGjSs38L8+eeHChWbtomvMgO4rKjqOJB5OMeQkqNInBCBQjgBCpxwh/hwCEEiEQB6zdBA6CB2ETiJfF4l1itAJjxahE55d1DslaCRzdGT74Ycfbk/X69u3rznyyCNt1yWhM2jQINOwYcOoj4v1/rwKHbJzYl0mdAYBCAQggNAJAItLIQCB+Ah0arfFXDNuQXwdetATQgehg9Dx4IMYYAgInQCwalyK0AnPLuqdpQydmTNnmnPOOcds27bNvP/++2b48OEInahwQ95Pdk5IcNwGAQhEJoDQiYyQDiAAgbAE8palg9BB6CB0wn4bVOY+hE547gid8Oyi3lm9hs4ll1xiM3IUjyFDvizIS4ZOVMLB7ic7JxgvroYABOIlgNCJlye9QQACAQggdALA8vDSL774wtxzzz1GvxJfe+21pmNHhA5Cx8OFWs+QEDrh44XQCc8u6p01iyJv3brVrFy5EqETFWzI+8nOCQmO2yAAgVgIIHRiwUgnEIBAWALadqXtV3loZOggdBA62fokI3TCxwuhE55d1DsROlEJxnc/2TnxsaQnCEAgHAGETjhu3AUBCMREIE9ZOggdhA5CJ6YvhpS6QeiEB+2T0Fm+fLk588wzw08mY3cEbhIXAAAgAElEQVSWhM6cOXPMyJEjzaeffmreeuutKgZsuUovoGTnpMeaJ0EAArUTQOiwMiAAgYoTyMsR5ggdhA5Cp+JfJ4EGgNAJhGuXi30ROmvWrDHTp083X/va18JPptqd7du3Ny1btoylr6Q6KZ1y9fDDD5sTTjjBHhnfqVMn06VLF/tIhE5S5Hftl+ycdDjzFAhAoH4CCB1WCAQgUHECecnSQeggdBA6Ff86CTQAhE4gXN4KHYmNXr16hZ/M/9y5ceNG89WvftWcffbZkftKsoNShs7TTz9tLrjgAtOsWTMrdTR2hE6S5Hftm+yc9FjzJAhAoG4CCB1WBwQg4AWBPGTpIHQQOggdL75OnAeB0HFGtduFvmTorF692qxYsaKqIHD4GRnz7rvvmpdfftkMHjzYfOUrX4nSVaL31qyh07x5812eR4ZOovht52TnJM+YJ0AAAm4EEDpunLgKAhBImEAesnQQOggdhE7CXxQxd4/QCQ/UJ6GjsQwdOjT8ZP7nzr/85S/mxRdfNIcddpg58MADI/eXVAcInaTIuvdLdo47K66EAASSJYDQSZYvvUMAAgEIZD1LB6GD0EHoBPjAe3ApQid8EPIqdGbMmGH69u1rDjjggPBwEr4ToZMw4DLdk51TWf48HQIQ2JUAQocVAQEIeEMg61k6CB2EDkLHm68Tp4EgdJww1XpRHoXORx99ZHRylLZc7bnnnuHhJHwnQidhwGW6Jzunsvx5OgQggNBhDUAAAh4TyHKWDkIHoYPQ8fjLpZahIXTCxytPQueLL76wIN5++22zcOFCc9ZZZ9n/XyoyHJ5SMncidJLh6tIr2TkulLgGAhBIkwAZOmnS5lkQgEBZAlnO0kHoIHQQOmU/4l5dgNAJHw5fhM769evNK6+8Eroo8o4dO8zy5cvN+++/bzZv3mzeeOMN061bN7PHHnuYPn36eJmpg9AJv26j3kl2TlSC3A8BCMRNAKETN1H6gwAEIhPIapZO3ELn008/NTqtRP/xHqQ1btzY7LPPPkFuCXWtftW+5557zMyZM821115rOnaMX+ho7lu2bDEqVhqkaf77779/pJNq3nvvPXPLLbeY0047zW7BUBs/frwZM2aMqX6qzIIFC8ykSZPMjTfeaOISOtu3bzfa/hGk6QVUsd9rr72C3FbvtVu3bjWnnnqqufrqq+2845qfywDTYJBFobNz506zbdu2QN8LOrFJR1trjcTVfBA6EjFz5861EmbIkCGmR48epkGDBoGmKJ6LFy82d955p1m5cqX9zmjVqpUZNmyYOffcc2NlFmhg9VyM0ImLZLB+yM4JxourIQCBdAggdNLhzFMgAIEABLKapRO30Fm7dq2t5/DZZ58509MWgf79+5vDDz/c+Z6wF6YhdD7//HPz4IMPWrHl2vRCdsQRR9jCplFeYCspdJYuXWokioI0FXE95ZRT7MtoXK2SQicMgyZNmlgGLVu2dEKQRaHz5ptvWomqz4Zrk+QbMWKEFX5xNR+EzrRp08z5559v9F303e9+11x//fWmYcOGgacolpJDV155pXn99detoL7gggtSFZhBBo3QCUIrvmvJzomPJT1BAALxEUDoxMeSniAAgRgJZFHqxC109B/tQTNTFAJJDEmNpFsaQkdzCPLiWpqz5h9F5qifSgodsS3V9QgSx7hjX0mhE4aB4i6p6br+syh0fPle8EHo6LtBmTlr1qwxEydOtBI3ShNbZYalmYkWZrxZFzrrFv+zObXb8jBTr9g9ZOdUDD0PhgAEyhBA6LBEIAABLwkgdIzZtGmT0UtTEKmjF9kuXbqYAw88MPG4piF0NPcXXnjBfPLJJ4Hmo/l37tw5UlHTSgod1QV57bXXAs1ZmQmKfZxZGJUUOtpGo2yJIE0v4mKg7XYuLYtCR1sQlb0URPhJ9Gk70r777uuCxekaH4SOBjp79myjo8avu+4606hRI6exZ/0iF6EzdepUc+yxx8a6BTMObsqE+vTdn5ozeq2Jo7vU+iA7JzXUPAgCEAhIAKETEBiXQwAC6RHImtSJO0Pnww8/tKeuBHlxk9Bp3bp1rC/1dUU8DaGjZ+jXd9W5CNK0/ejggw92ztSore9KCh29tL/77rtBpmxrhyj2cb60V1LoqEDtxo0bAzHYe++9LQPXGlJZFDoff/yx0barIN8Lylpq37594Poy9cH3RehoS6pqCrVo0SLQWsnyxS5CR/XN2rVr5/xZSIvHqlWrTIPtd5rh/d9O65GRn0N2TmSEdAABCCRIAKGTIFy6hgAEohPIUoHkuIVOdHrJ9pCG0El2BvX3XkmhU8l5V392JYVOGgyyKHTS4OLyDF+EjstY83aNi9DR2lZBd1e5mRajRYsWmfVLf5CpLVdk56S1OngOBCAQhgBCJww17oEABFIjkKUsnbiFjooi6wSXoEWRVRQ2b0WRla0UpOWhKPLzzz8fZMpGWUn9+vXLVVHkoAxUFFkMilAUOchWzD333DOXRZEDfUBydLGr0Bk0aFCoItFJolq4cKFZu+gaM6D7iiQfE1vfZOfEhpKOIACBhAggdBICS7cQgEB8BLKSpRO30NGx5WGOJ87bseXaehPk5VUrT79Ki4NrcdzaVmslM3RUmDWoxNJLe56OLdfWoqBHtwdlkMUMnbDfC82bN49cKLz654QMnfj+HRe0J4ROUGLhr7/4piHhb+ZOCEAAAikQQOikAJlHQAAC0QhkJUsnbqGzYcMGs3jx4kCnPKlWxnHHHWfriCTd0thyJZGjLCUJDtcmiaP6OeIgHmFbJYXO6tWrbUHsIE0FgY8//nijLJW4WiW3XIVhoKK4YqBsJZeWRaGjYukvvfRSIMmposjKXApzpHddHBE6LissmWsQOslwrdnr5DkdzZS5HdJ5GE+BAAQgEJIAQickOG6DAATSJZCFLJ24hc4HH3xg3nrrrUDFTyUzDjnkEOcX2ihRTEPo6Bk67SnItjPNSZkqhx56aGYzdCSTwhRFVuzjfGmvpNAJw0BFkcXAtTB0FoWOMrd0Cppe6l2bvhc6dOiQy6LIrgzydB1CJ/lostUqecY8AQIQiIcAQicejvQCAQgkTCALWTpxC52EkUbuPg2hE3mQETqoZIZOhGHHemslhU6sE6mjsywKnTS4uDyDDB0XSslcg9BJhmv1XimEnDxjngABCMRDAKETD0d6gQAEUiBwzbgFplO7LSk8KdwjEDodw4Hz9C6EjjEIHffF+fLLL9stfvPmzTOjRo2KtTi1+yjSuxKhkx7rmk9C6CTLnuycZPnSOwQgEC8BhE68POkNAhBIkIDvWTqzFx1lDjv+ZlvDo9RU1PXf//3fTe/evc2wYcMSpJN+10XJ0Dn99NPNwIEDLeC77rrLjBkzxuy///5VwF944QVz//33mxtuuMGojk2eWhGEzmOPPWZ++MMfWhmjWk3Tpk0z5557buAwqt6VtjY9++yzhRI6O3fuNIMHDzba7ubStKYeeughc+GFF1Zdrm1kM2bMsFsrR44c6bxlzuV5ebwGoZNsVMnOSZYvvUMAAvESQOjEy5PeIACBhAn4LHX++GhTs+b9IbZ2i14OVcvkk08+MStXrjSnnXaaOfvssxOmk273RRA6t956q9HJSZ06dbInLs2ZM8d069bNxlYxVvHdVatWmY0bNxpdi9BJdw1GfZri+atf/cqceeaZtiaNsrKWLFlievToEbjrd955x/azdOnSwggd1fJ59dVXbc0qFV6WmClX20fXiFGfPn2qGOvkrs8//9y0a9fODB8+HKFTZvUhdAJ/PJ1vIDvHGRUXQgACnhBA6HgSCIYBAQi4E/C1QPKj8w83B7T7F3PMMccYFTR+9NFH7ZYV/dW/f38zZEi+jj/VS4UyU5588knzv//3/7YvY3lqitvPfvYzK3Ikbs455xwze/Zs+9Kuk6R0rPaECROMXkZ37Nhhbr755lgLEvvAUnNXdtJVV11lMyd0HHyemrJpfv7zn9sMOgk6fUYV4xEjRgSe5rJly+w2K225kpRo1qxZ4D6ydMPrr79u3n77baOtZjqNTt8H3/jGN8pm6kiaPf744+a8886rmq7W2fz58+29Yv/GG2/YbCmJ1DiLfGeJb31jRegkF0mOKU+OLT1DAALJEEDoJMOVXiEAgQQJ+JqlM+vlzn/dcnWLzeDQ0cLPPfecOfbYY83vf/97+6J32GGHJUgl/a71UqHjkyU+lNHgelR0+iMN90S9UOrobJ0OpBdNvVyqiK7ERtOmTe0pVNo6ctRRR5mHH37YSrsGDRqEe5ind0lU/eIXv7BbkHQU/F577eXpSMMNS/Fdt26d+Zd/+RczZcoUc8YZZ1hBWV02uPa8aNEim6WyYsUKu/Uqb9laNTlIWisbUVJHR6KLn9aJsnXqa/punDx5srnkkkuqLlNfjzzyiBVD+nxNnDjRfuYGDBhg2rdv7xqCwlyH0Ekm1BxTngxXeoUABJIlgNBJli+9QwACCRHwsUBy9aLIetl/6qmnzJFHHmlf+seOHVt2K0JCqBLtVtuN9Ot6165d7ctsnppemhRHzVGySrWR5s6da184mzdvbl9k//CHP9i5b9682Rx33HE2yyNPTQzuvvtum52kukESFXlqpW10qoskoaB56nOrz2vQplpKkhUSf8raqo2V/pmkmOrOZKVpy6G2V+qvmk3/TJJTImz69OnmW9/6ls1eq69t2LDByp/LLrusTqGjbXCNGjWyW1UlVGm7EkDoxL8i2GoVP1N6hAAE0iGA0EmHM0+BAARiJuBjlk51oaPtOCq2qpd+vby5FgyNGVPi3ZW2WuilL49NL6yao17C9dIvOTd69GgrdJS9cuedd1ZtN8krA8kJZR7lTeZoverFWIV4NT9lICnLSmInjNB56623zMyZM63grKvpe0Fbs772ta9l5uOyZs0aK1datmy525jFT7VvtPZbtGhhaweVy+KqT+joAUcffbTtQ4JYa0//P49rL8oCQOhEoVf7vRRCjp8pPUIAAukQQOikw5mnQAACCRDwTerUdmx5AtOmywoSGD9+vBU7Ejq0/BHYtm2bmTp1aiih40JD2xNVd+rSSy91udyLa1Q4uk2bNubwww+PZTz1CR2JG21NLW3vU8aTapLlLfMtKkiETlSCu95Pdk68POkNAhBIlwBCJ13ePA0CEIiZgE8FkhE6MQfXw+4QOh4GJcYhJS10tIXvwQcfNN/+9rdjHHWyXWlL1YEHHmhrRcXR6hM6EhWnn3663eanotInnnii6dKlSxyPzVUfCJ14w0kh5Hh50hsEIJAuAYROurx5GgQgEDMBn7J0EDoxB9fD7hA6HgYlxiEhdHaHmabQKRVFltCRRFJReYoi7x4ThE58H3q2WsXHkp4gAIHKEEDoVIY7T4UABGIk4EuBZIROjEH1tCuEjqeBiWlYCB0/hI5OuVItIh2D3rZt25iim59uEDrxxJKtVvFwpBcIQKCyBBA6leXP0yEAgRgIdGq3xUjqVLohdCodgeSfj9BJnnEln4DQ8UPoSFiomLyOQKd+zu4xQejE8y1Bdk48HOkFAhCoLAGETmX583QIQCAmAj5svULoxBRMj7tB6HgcnBiGhtDxQ+jsu+++MUQzv10gdKLHdvKcjmbK3A7RO6IHCEAAAhUmgNCpcAB4PAQgEB+BSm+9QujEF0tfe0Lo+BqZeMaF0EHoxLOSku0FoRONL1utovHjbghAwC8CCB2/4sFoIACBCAQqnaWD0IkQvIzcitDJSKBCDhOhg9AJuXRSvQ2hEw03W62i8eNuCEDALwIIHb/iwWggAIGIBCopdRA6EYOXgdsROhkIUoQhInQQOhGWT2q3InTCo2arVXh23AkBCPhJAKHjZ1wYFQQgEIHAndfNiHB3+FsROuHZZeVOhE5WIhVunAgdhE64lZPuXQidcLzZahWOG3dBAAJ+E0Do+B0fRgcBCIQgUKksHYROiGBl7BaETsYCFnC4CB2ETsAlU5HLETrhsLPVKhw37oIABPwmgNDxOz6MDgIQCEmgElIHoRMyWBm6DaGToWCFGCpCB6ETYtmkfktJ6MydO9eMGTPGNG3a1DRq1MjsvffediwffPCBmTVrlhk0aJBp2LBh6uOr74ELFy40axddYwZ0X5HquNhqlSpuHgYBCKRIAKGTImweBQEIpEsg7a1XCJ1041uJpyF0KkE9vWcidCordL744gszYsQIw7Hl9a95CZ0FCxaYBx54wHTr1s3o/x922GHmpJNOQujUgo6tVul9h/IkCEAgfQIInfSZ80QIQCAlAmln6SB0UgpsBR+D0Kkg/BQejdCpnNCZMWOG+fjjj83AgQPNPvvsk0K0s/sICZyXXnrJLFmyxIwdO9Zs377drFq1ygwdOhShU0tY2WqV3bXOyCEAgfIEEDrlGXEFBCCQYQJpSh2EToYXiuPQETqOoDJ6GUKnMkJn69at5k9/+pPZvHmz2bBhQ0ZXT7rD3nPPPW0m09lnn20+/PBD+5eym9TYcvW3WLDVKt11ydMgAIH0CSB00mfOEyEAgZQJXDNugenUbkviT0XoJI644g9A6FQ8BIkOAKFTGaGzc+dO89xzz1kRscceeyQa47x0riydjz76yE5HzE488US77Qqh87cIs9UqL6udeUAAAvURQOiwPiAAgdwTkMyR1Em6IXSSJlz5/hE6lY9BkiNA6FRG6CQZ0yL2TYbOl1Fnq1URVz9zhkDxCCB0ihdzZgyBQhJIY+sVQif/Swuhk+8YI3QQOnlY4QgdY9hqlYeVzBwgAAEXAggdF0pcAwEI5IJA0lJn7pKjTduuPzJdu3bNBS8msTuBe+65x4wePdo0aNAAPDkk8NlnnxkV5x02bFgis9uxY4eZNGmSLWSblaatUO3btzcHHXRQLEMWgwcffNCcd955sfRHJ7sT0FasF1980fTt29e7LWwq5PzGkn8x/bouSyx0bLVKDC0dQwACHhJA6HgYFIYEAQgkRyDJo8wnPrSP2bK9g2nS5IDkJkDPFSWwdu1a07p1a4RORaOQ3MM///xzW5T30EMPTeQhO3Z8+tf+36mqdZLIQ2Lu9L333jN777232X///WPp+UsGG/7KoF0s/dHJ7gS0jjdt2mRatWrlndDZunWbGdB9uenW5fPEQsdWq8TQ0jEEIOAhAYSOh0FhSBCAQHIEks7SSW7k9AwBCEAAAhCAQH0EkDmsDwhAoGgEEDpFizjzhQAEDFKHRQABCEAAAhDIFwHq5uQrnswGAhBwI4DQcePEVRCAQM4IpHWUec6wMR0IQAACEICAdwSom+NdSBgQBCCQEgGETkqgeQwEIOAXgbSOMvdr1owGAhCAAAQgkD8CbLXKX0yZEQQg4EYAoePGiasgAIEcEmDrVQ6DypQgAAEIQKBQBNhqVahwM1kIQKAGAYQOSwICECg0AaROocPP5CEAAQhAIMME2GqV4eAxdAhAIBYCCJ1YMNIJBCCQZQLU08ly9Bg7BCAAAQgUkQAyp4hRZ84QgEBNAggd1gQEIFB4AtTTKfwSAAAEIAABCGSMAHVzMhYwhgsBCCRCAKGTCFY6hQAEskaArVdZixjjhQAEIACBohKgbk5RI8+8IQCBmgQQOqwJCEAAAv9DAKnDUoAABCAAAQj4TQCZ43d8GB0EIJAuAYROurx5GgQg4DkB6ul4HiCGBwEIQAAChSVA3ZzChp6JQwACdRBA6LA0IAABCNQgcOd1M2ACAQhAAAIQgIBnBKib41lAGA4EIFBxAgidioeAAUAAAr4RYOuVbxFhPBCAAAQgUHQCyJyirwDmDwEI1EYAocO6gAAEIFALAaQOywICEIAABCDgBwHq5vgRB0YBAQj4RwCh419MGBEEIOAJAaSOJ4FgGBCAAAQgUFgCyJzChp6JQwACDgQQOg6QuAQCECguAYokFzf2zBwCEIAABCpLgCLIleXP0yEAAf8JIHT8jxEjhAAEKkyAIskVDgCPhwAEIACBQhK4+KYhhZw3k4YABCDgSgCh40qK6yAAgcIS6NRui1GmDg0CEIAABCAAgXQIUAQ5Hc48BQIQyDYBhE6248foIQCBlAhQTycl0DwGAhCAAAQKT4C6OYVfAgCAAAQcCSB0HEFxGQQgAAGkDmsAAhCAAAQgkCwBZE6yfOkdAhDIFwGETr7iyWwgAIGECSB1EgZM9xCAAAQgUFgCyJzChp6JQwACIQkgdEKC4zYIQKC4BDj5qrixZ+YQgAAEIJAMAU60SoYrvUIAAvkmgNDJd3yZHQQgkBABpE5CYOkWAhCAAAQKRwCZU7iQM2EIQCAmAgidmEDSDQQgUDwCHGdevJgzYwhAAAIQiJ8AJ1rFz5QeIQCBYhBA6BQjzswSAhBIgADHmScAlS4hAAEIQKBQBJA5hQo3k4UABGImgNCJGSjdQQACxSJAkeRixZvZQgACEIBAfASQOfGxpCcIQKCYBBA6xYw7s4YABGIkgNSJESZdQQACEIBAIQhwolUhwswkIQCBhAkgdBIGTPcQgEAxCCB1ihFnZgkBCEAAAtEJIHOiM6QHCEAAAiKA0GEdQAACEIiJAFInJpB0AwEIQAACuSWAzMltaJkYBCBQAQIInQpA55EQgEB+CSB18htbZgYBCEAAAtEIIHOi8eNuCEAAAjUJIHRYExCAAARiJoDUiRko3UEAAhCAQOYJrFjXzKgIMg0CEIAABOIjgNCJjyU9QQACEKgicM24BUbHmtMgAAEIQAACRSeAzCn6CmD+EIBAUgQQOkmRpV8IQKDwBJA6hV8CAIAABCBQeALInMIvAQBAAAIJEkDoJAiXriEAAQggdVgDEIAABCBQVALInKJGnnlDAAJpEUDopEWa50AAAoUlgNQpbOiZOAQgAIHCEkDmFDb0TBwCEEiRAEInRdg8CgIQKC4BpE5xY8/MIQABCBSNADKnaBFnvhCAQKUIIHQqRZ7nQgAChSOA1ClcyJkwBCAAgUISuPimIYWcN5OGAAQgkDYBhE7axHkeBCBQaAJInUKHn8lDAAIQyD0BHU2uDB0aBCAAAQgkTwChkzxjngABCEBgFwJIHRYEBCAAAQjkkQAyJ49RZU4QgIDPBBA6PkeHsUEAArklcOd1M3I7NyYGAQhAAALFIqCMnMlzOpKZU6ywM1sIQMADAggdD4LAECAAgeIR6NRui1GmDg0CEIAABCCQZQIUQM5y9Bg7BCCQdQIInaxHkPFDAAKZJSCpc84pq4z+ToMABCAAAQhkjQAyJ2sRY7wQgEDeCCB08hZR5gMBCGSOADV1MhcyBgwBCECg8ASQOYVfAgCAAAQ8IIDQ8SAIDAECEIAAUoc1AAEIQAACWSGAzMlKpBgnBCCQdwIInbxHmPlBAAKZIYDUyUyoGCgEIACBwhJA5hQ29EwcAhDwkABCx8OgMCQIQKC4BJA6xY09M4cABCDgOwFkju8RYnwQgEDRCCB0ihZx5gsBCHhPYFi/12yxZBoEIAABCEDAFwI6lnzK3A6+DIdxQAACEIDAXwkgdFgGEIAABDwkgNTxMCgMCQIQgEBBCSBzChp4pg0BCHhPAKHjfYgYIAQgUFQCSJ2iRp55QwACEPCHADLHn1gwEghAAAI1CSB0WBMQgAAEPCaA1PE4OAwNAhCAQM4JIHNyHmCmBwEIZJ4AQifzIWQCEIBA3gkgdfIeYeYHAQhAwD8CyBz/YsKIIAABCNQkgNBhTUAAAhDIAIFO7bYYnYBFgwAEIAABCCRN4Jbf9TQ60YoGAQhAAAJ+E0Do+B0fRgcBCECgioCkjk6/0t9pEIAABCAAgSQIIHOSoEqfEIAABJIhgNBJhiu9QgACEEiMgDJ1kDqJ4aVjCEAAAoUkoIwcyRwaBCAAAQhkhwBCJzuxYqQQgAAEqgggdVgMEIAABCAQFwHq5cRFkn4gAAEIpEsAoZMub54GAQhAIDYCFEuODSUdQQACECgsAWROYUPPxCEAgRwQQOjkIIhMAQIQKC4BpE5xY8/MIQABCEQlgMyJSpD7IQABCFSWAEKnsvx5OgQgAIHIBDgBKzJCOoAABCBQOALInMKFnAlDAAI5JIDQyWFQmRIEIFA8ApyAVbyYM2MIQAACYQio+LFkDseSh6HHPRCAAAT8IoDQ8SsejAYCEIBAJAIUS46Ej5shAAEI5JoAWTm5Di+TgwAECkgAoVPAoDNlCEAg3wSoq5Pv+DI7CEAAAmEIIHPCUOMeCEAAAn4TQOj4HR9GBwEIQCAUAaROKGzcBAEIQCCXBJA5uQwrk4IABCBgEDosAghAAAI5JUBdnZwGlmlBAAIQcCRAvRxHUFwGAQhAIKMEEDoZDRzDhgAEIOBKgLo6rqS4DgIQgEB+CJCVk59YMhMIQAACdRFA6LA2IAABCBSAAFuwChBkpggBCEDgfwggc1gKEIAABIpBAKFTjDgzSwhAAAJGW7CUrUODAAQgAIH8EkDm5De2zAwCEIBATQIIHdYEBCAAgYIRYAtWwQLOdCEAgUIQUL2cW37XsxBzZZIQgAAEIPAlAYQOKwECEIBAAQmwBauAQWfKEIBAbgmQlZPb0DIxCEAAAvUSQOiwQCAAAQgUlABbsAoaeKYNAQjkigAyJ1fhZDIQgAAEAhFA6ATCxcUQgAAE8kWAo83zFU9mAwEIFIcAIqc4sWamEIAABOoigNBhbUAAAhCAgGELFosAAhCAQHYIIHOyEytGCgEIQCBJAgidJOnSNwQgAIEMESBbJ0PBYqgQgEBhCajwsQog0yAAAQhAAAIIHdYABCAAAQjsQoBsHRYEBCAAAf8IkJXjX0wYEQQgAIFKE0DoVDoCPB8CEICAhwQomOxhUBgSBCBQWALInMKGnolDAAIQqJcAQocFAgEIQAACdRK4ZtwCI7lDgwAEIACB9AkgctJnzhMhAAEIZIkAQidL0WKsEIAABCpAgC1YFYDOIyEAgcITQOYUfgkAAAIQgEBZAgidsoi4AAIQgAAEKJjMGpNr0wQAAAi7SURBVIAABCCQDgFETjqceQoEIACBPBBA6OQhiswBAhCAQEoEyNZJCTSPgQAECkkAmVPIsDNpCEAAAqEJIHRCo+NGCEAAAsUkQLZOMePOrCEAgeQISOToKHKOI0+OMT1DAAIQyCMBhE4eo8qcIAABCKRAgGydFCDzCAhAIPcEyMrJfYiZIAQgAIHECCB0EkNLxxCAAATyT4BsnfzHmBlCAALJEEDkJMOVXiEAAQj8//bu5TZyI4oCaDuFUQJaaKEsJgTnqhAUhQbeaAJQDLZrgDboGdnNRnex3uc0IMwHVPHVuVxdkOxOAgqdTmnbKwECBCYJjGJnfMW5DwECBAhcFlDmXDZyBAECBAhcFlDoXDZyBAECBAjsFPAY1k4ohxEg0FJAkdMydpsmQIDANAGFzjRaCxMgQKCngMeweuZu1wQI/LfAeNnx2/vD6eX1CRMBAgQIELibgELnbpQWIkCAAIGtgLt1XA8ECBA4ndyV4yogQIAAgVkCCp1ZstYlQIAAgR8C4906464dHwIECHQSUOR0StteCRAgsEZAobPG3VkJECDQSsBjWK3itlkCrQU8XtU6fpsnQIDAoQIKnUO5nYwAAQK9BTyG1Tt/uydQXcBdOdUTtj8CBAjEElDoxMrDNAQIEGghoNhpEbNNEmgjoMhpE7WNEiBAIJSAQidUHIYhQIBAHwGPYfXJ2k4JVBVQ5FRN1r4IECCQQ0ChkyMnUxIgQKCsgGKnbLQ2RqCsgPfklI3WxggQIJBKQKGTKi7DEiBAoK6AYqdutnZGoJKAu3IqpWkvBAgQyC2g0Mmdn+kJECBQTsD7dcpFakMESggockrEaBMECBAoJaDQKRWnzRAgQKCOgGKnTpZ2QiCzgCInc3pmJ0CAQG0BhU7tfO2OAAEC6QUUO+kjtAECKQUUOSljMzQBAgRaCSh0WsVtswQIEMgp4P06OXMzNYGMAoqcjKmZmQABAj0FFDo9c7drAgQIpBRQ7KSMzdAEUggoclLEZEgCBAgQ2AgodFwOBAgQIJBOQLGTLjIDEwgroMgJG43BCBAgQOCCgELHJUKAAAECaQUUO2mjMziB5QKKnOURGIAAAQIEbhRQ6NwI6NcJECBAIIaAlyfHyMEUBKILKHKiJ2Q+AgQIENgroNDZK+U4AgQIEEghoNhJEZMhCRwuoMg5nNwJCRAgQGCygEJnMrDlCRAgQGCNgMex1rg7K4FoAoqcaImYhwABAgTuJaDQuZekdQgQIEAgpIBiJ2QshiIwVWCUOOPz8vo09TwWJ0CAAAECKwUUOiv1nZsAAQIEDhNQ7BxG7UQElgmMIufb9y8/fnwIECBAgEB1AYVO9YTtjwABAgR+ERjv2Xl+/DiNkseHAIH8Ah6ryp+hHRAgQIDA9QIKnevN/AYBAgQIFBFw106RIG2jpYDHqlrGbtMECBAgsBFQ6LgcCBAgQKC9gGKn/SUAIJGAu3EShWVUAgQIEJgqoNCZymtxAgQIEMgmoNzJlph5OwiMd+K8vT94yXGHsO2RAAECBHYLKHR2UzmQAAECBDoJKHY6pW2vUQW85DhqMuYiQIAAgQgCCp0IKZiBAAECBEILKHdCx2O4YgLejVMsUNshQIAAgWkCCp1ptBYmQIAAgWoC52/F+v3rH74hq1q49rNcwLtxlkdgAAIECBBIJqDQSRaYcQkQIEAghsD5rp0xja8/j5GJKfIJeKQqX2YmJkCAAIE4AgqdOFmYhAABAgSSCngkK2lwxl4i4JGqJexOSoAAAQIFBRQ6BUO1JQIECBBYJ6DcWWfvzHEFlDhxszEZAQIECOQVUOjkzc7kBAgQIBBcQLkTPCDjTRVQ4kzltTgBAgQIEDgpdFwEBAgQIEDgAAHv3DkA2SmWCyhxlkdgAAIECBBoJKDQaRS2rRIgQIBADAHflhUjB1PcLvDt+5fT2/vDafw5fnwIECBAgACB4wQUOsdZOxMBAgQIEPhFQLnjosgm4C6cbImZlwABAgSqCih0qiZrXwQIECCQUmAUPOPn+fHD16GnTLDe0O7CqZepHREgQIBADQGFTo0c7YIAAQIEigp4907RYANv61zgjBFfXp8CT2o0AgQIECDQW0Ch0zt/uydAgACBRALbx7PG2Od/J9qCUQMKKHAChmIkAgQIECCwQ0ChswPJIQQIECBAIKqAR7SiJhN3LgVO3GxMRoAAAQIErhFQ6Fyj5VgCBAgQIBBcYFvwjFHdxRM8sAPGO7/E2DdRHYDtFAQIECBA4EABhc6B2E5FgAABAgRWCCh5VqivOae7b9a4OysBAgQIEFghoNBZoe6cBAgQIEBgsYCSZ3EAN55+W9y48+ZGTL9OgAABAgSSCih0kgZnbAIECBAgcG+B8+NZ569NH+t7ZOveytetty1uxm8qb67zczQBAgQIEKgsoNCpnK69ESBAgACBOwh8VvQoe+4Au1nCHTf39bQaAQIECBDoIKDQ6ZCyPRIgQIAAgYkCCp//xx1lzfi8vT/8c6A7bSZekJYmQIAAAQJNBBQ6TYK2TQIECBAgsErg58e2to90nWfK9mjXZyXN2Mv5/3/++yp75yVAgAABAgTqCih06mZrZwQIECBAIK3AZwXPntLn+fHjX3ve3hWzF2Nbypx/57P/27ue4wgQIECAAAECMwQUOjNUrUmAAAECBAgQIECAAAECBAgQmCig0JmIa2kCBAgQIECAAAECBAgQIECAwAwBhc4MVWsSIECAAAECBAgQIECAAAECBCYKKHQm4lqaAAECBAgQIECAAAECBAgQIDBDQKEzQ9WaBAgQIECAAAECBAgQIECAAIGJAgqdibiWJkCAAAECBAgQIECAAAECBAjMEFDozFC1JgECBAgQIECAAAECBAgQIEBgooBCZyKupQkQIECAAAECBAgQIECAAAECMwQUOjNUrUmAAAECBAgQIECAAAECBAgQmCjw299r/zlxfUsTIECAAAECBAgQIECAAAECBAjcWeAvW3Hqfys9Opo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3" name="AutoShape 4" descr="data:image/png;base64,iVBORw0KGgoAAAANSUhEUgAABHQAAAKCCAYAAACwF46IAAAgAElEQVR4XuydBXhc1fbFd9tUI02TKg5/XB7uUNylUCjuDqVIcbdixakgpcW1uBWH4sVdHvBwqKRx1/9aJ7npzTTJZJKZyZ2Zdd7Xj0dy77nn/Pa+U/aavffpUfD5Ug2W4GPifRvbj7/nJPgutHwREAEREAEREAEREAEREAEREAEREAER6BiBHhJ0OgZKV4mACIiACIiACIiACIiACIiACIiACIhAUAgkhaBz9BW7BIWn1iECIiACIiACIiACIiACIiACIiACIiACMSeQ8IIOS61YcqUhAiIgAiIgAiIgAiIgAiIgAiIgAiIgAqlCQIJOqlha+xQBERABERABERABERABERABERABEUgaAhJ0ksaU2ogIiIAIiIAIiIAIiIAIiIAIiIAIiECqEEh4QeeZ2SvZs2+vmCr20j5FQAREQAREQAREQAREQAREQAREQAREwBJe0NGR5fJiERABERABERABERABERABERABERCBVCMgQSfVLK79ioAIiIAIiIAIiIAIiIAIiIAIiIAIJDyBhBd0dGR5wvugNiACIiACIiACrRJYZdn85p/7/384XKsut7DFJT/8lhvulubf8/TM1kZbP+/wxLpQBERABERABERABKJMIKEFHR1ZHmVv0HQiIAIiIAIiECMCniDjF2b8wkskgk2MlhjRtH6Bxy8Y+X8uESgipLpYBERABERABEQgQgISdCIEpstFQAREQAREQARaEqAY05pQk2giTazsGir+SPSJFWnNKwIiIAIiIAKpRUCCTmrZW7sVAREQAREQgYgJhGbXeJk1EmwiRtnqDX6Bh6d3ekMZPtHhq1lEQAREQAREIFkJJLSgoyPLk9UttS8REAEREIHuINBapo1Em+6wxKJneqIOy7q8/y+hp3ttoqeLgAiIgAiIQFAIJLSgoyPLg+JGWocIiIAIiECiEfCLN8y4kXCTWBYMFXok8iSW/bRaERABERABEYgGAQk60aCoOURABERABEQgwAT84s2orX4K8Eq1tK4QkMjTFXq6VwREQAREQAQSj0BCCzo6sjzxHE4rFgEREAERiC0BiTex5Ztos3sij9ebR5k8iWZBrVcEREAEREAE2iYgQUfeIQIiIAIiIAIJTGDPkT+71atsKoGNGOelS+SJM3A9TgREQAREQARiRCBhBR3+xwh76GiIgAiIgAiIQCoRkICTStaOz179Ao8yeOLDXE8RAREQAREQgWgQkKATDYqaQwREQAREQARiRMATcNT7JkaANe1iBCTwyClEQAREQAREIDEIJKygoyPLE8PBtEoREAEREIHICHg9cFRCFRk3XR07AhR4vGPTlcETO86aWQREQAREQAQiJZCwgo6OLI/U1LpeBERABEQgqASUhRNUy2hdrRGgqMMv1iTuyD9EQAREQAREoHsJSNDpXv56ugiIgAiIQAoSUBZOCho9SbfsiTvcngSeJDWytiUCIiACIhBYAgkr6OjI8sD6lBYmAiIgAiLQCgFPxFEvHLlHshJQ751ktaz2JQIiIAIiEFQCEnSCahmtSwREQAREIOEJqJQq4U2oDXSBgEqzugBPt4qACIiACIhABwgkpKCjI8s7YFldIgIiIAIi0C0EJOJ0C3Y9NOAEJO4E3EBangiIgAiIQEISkKCTkGbTokVABERABIJEQCJOkKyhtQSdgMSdoFtI6xMBERABEUgUAgkp6OiEq0RxL61TBERABJKXgHriJK9ttbP4EZC4Ez/WepIIiIAIiEDyEZCgk3w21Y5EQAREQARiSIDZOGpsHEPAmjolCei0rJQ0uzYtAiIgAiLQRQISdLoIULeLgAiIgAgkPwGVVCW/jbXD4BBQ1k5wbKGViIAIiIAIBJtAQgo6OrI82E6l1YmACIhAMhBQSVUyWFF7SHQCEncS3YJavwiIgAiIQCwJJJygoxOuYukOmlsEREAERIDZOKsut9Ao6GiIgAgEg4CEnWDYQasQAREQAREIFgEJOsGyh1YjAiIgAiLQDQSUjdMN0PVIEegkAYk7nQSn20RABERABJKOQMIJOs/MXsmefXvFpDOENiQCIiACIhB/AuqNE3/meqIIRIuAhJ1okdQ8IiACIiACiUog4QQdHVmeqK6mdYuACIhAcAjopKrg2EIrEYFoEOAXfhR4+EdDBERABERABFKFgASdVLG09ikCIiACKU5AZVUp7gDafkoQUNZOSphZmxQBERABEWgikHCCjk64ku+KgAiIgAhEQkBlVZHQ0rUikBwEJOwkhx21CxEQAREQgfYJJJSgoxOu5M4iIAIiIAIdJaCyqo6S0nUikLwEJOwkr221MxEQAREQATMJOvICERABERCBpCIgISepzKnNiEDUCOhgjaih1EQiIAIiIAIBIZBQgo7+Ig6I12gZIiACIhBAAhJyAmgULUkEAkhAWTsBNIqWJAIiIAIi0CkCCSXo6ISrTtlYN4mACIhAUhOQkJPU5tXmRCBmBCTsxAytJhYBERABEYgTAQk6cQKtx4iACIiACESXgISc6PLUbCKQqgQk7KSq5bVvERABEUh8Agkl6OiEq8R3OO1ABERABLpKQEJOVwnqfhEQgdYISNiRX4iACIiACCQaAQk6iWYxrVcEREAEUpSAhJwUNby2LQJxJiBhJ87A9TgREAEREIFOE0gYQUdHlnfaxrpRBERABBKagISchDafFi8CCUtA/+2ZsKbTwkVABEQgZQhI0EkZU2ujIiACIpBYBCTkJJa9tFoRSFYCOmU1WS2rfYmACIhA4hNIGEFHJ1wlvrNpByIgAiLQEQIScjpCSdeIgAjEm4CEnXgT1/NEQAREQATCEZCgE46Qfi8CIiACIhAXAhJy4oJZDxEBEegCAfXX6QI83SoCIiACIhB1Agkj6OiEq6jbXhOKgAiIQCAIUMjhGLXVT4FYjxYhAiIgAuEISNgJR0i/FwEREAERiAeBhBB01JQuHq6gZ4iACIhA/AkoKyf+zPVEERCB6BGQsBM9lppJBERABEQgcgISdCJnpjtEQAREQAS6SEBCThcB6nYREIFAEVB/nUCZQ4sRAREQgZQhkBCCjv6STBl/1EZFQASSnICEnCQ3sLYnAilOQId4pLgDaPsiIAIiEGcCCSHo6C/HOHuFHicCIiACUSZAIWfV5RbaKsvmR3lmTScCIiACwSKgMqxg2UOrEQEREIFkJiBBJ5mtq72JgAiIQAAIKCsnAEbQEkRABOJOQD0g445cDxQBERCBlCOQEIKOTrhKOb/UhkVABJKAgIScJDCitiACItBlAmod0GWEmkAEREAERKANAoEXdPTthnxXBERABBKLgMqrEsteWq0IiEDsCagMK/aM9QQREAERSEUCEnRS0eraswiIgAjEiICycmIEVtOKgAgkBQFl6ySFGbUJERABEQgMgcALOvqLLzC+ooWIgAiIQJsEJOTIOURABESgYwSUrdMxTrpKBERABEQgPIHACzo64Sq8EXWFCIiACHQnAYk53UlfzxYBEUhUAhJ2EtVyWrcIiIAIBIdA4AUdNUQOjrNoJSIgAiLgJyAhR/4gAiIgAl0noGz0rjPUDCIgAiKQqgQk6KSq5bVvERABEegCAYk5XYCnW0VABEQghICydeQSIiACIiACnSEQaEFHJ1x1xqS6RwREQARiR0BCTuzYamYREAERULaOfEAEREAERCASAhJ0IqGla0VABEQghQlIzElh42vrIiACcSOgbJ24odaDREAERCDhCQRa0FFD5IT3L21ABEQgCQhIyEkCI2oLIiACCUdA2ToJZzItWAREQATiTkCCTtyR64EiIAIikDgEJOYkjq20UhEQgeQjoPYDyWdT7UgEREAEokkg0IKOTriKpqk1lwiIgAh0nICEnI6z0pUiIAIiEGsCylqPNWHNLwIiIAKJSSCwgo6+kUhMh9KqRUAEEp+AxJzEt6F2IAIikHwE9N/GyWdT7UgEREAEukpAgk5XCep+ERABEUgSAqssm29nHzYnSXajbYiACIhA8hFQw+Tks6l2JAIiIAJdIRBYQUeN4LpiVt0rAiIgApERUFZOZLx0tQiIgAh0JwH9d3J30tezRUAERCA4BAIr6KhWODhOopWIgAgkNwGJOcltX+1OBEQgOQmoBCs57apdiYAIiEAkBAIr6KghciRm1LUiIAIiEDkBCTmRM9MdIiACIhA0AvoSNGgW0XpEQAREIH4EAino6BuH+DmAniQCIpCaBCTmpKbdtWsREIHkJKASrOS0q3YlAiIgAuEISNAJR0i/FwEREIEkIyAxJ8kMqu2IgAiIAAioYbLcQAREQARSj0AgBR19y5B6jqgdi4AIxJ6AhJzYM9YTREAERKC7CagEq7stoOeLgAiIQPwIBFLQ0V9E8XMAPUkERCA1CEjMSQ07a5ciIAIiQAL6clR+IAIiIAKpQSCQgo4aIqeG82mXIiAC8SEgMSc+nPUUERABEQgSAfWkDJI1tBYREAERiA2BwAk6+ssnNobWrCIgAqlHYJVl8+3sw+ak3sa1YxEQAREQAUdAfXXkCCIgAiKQ3AQk6CS3fbU7ERCBFCWgrJwUNby2LQIiIAKtEFAJltxCBERABJKTQOAEHf2Fk5yOpl2JgAjEj4DEnPix1pNEQAREIFEI6L+xE8VSWqcIiIAIdJxA4AQdNUTuuPF0pQiIgAiEEpCYI58QAREQARFoi4BaG8g3REAERCC5CEjQSS57ajciIAIpSoD9ckZt9ZPxnxoiIAIiIAIi0J6ow2wdijsaIiACIiACiU0gcIKOTrhKbIfS6kVABOJPQFk58WeuJ4qACIhAohNQVnyiW1DrFwEREAGzQAk6SgOVS4qACIhAZAQk5kTGS1eLgAiIgAgsIqC+OvIGERABEUhsAoESdPSXSmI7k1YvAiIQXwISc+LLW08TAREQgWQkoP/+Tkarak8iIAKpQiBQgo5SP1PF7bRPERCBrhKQmNNVgrpfBERABETAI6AsefmCCIiACCQmAQk6iWk3rVoERCCFCZx92Bw1P05h+2vrIiACIhALAhJ1YkFVc4qACIhAbAkEStBRQ+TYGluzi4AIJDYBnmBFMUdDBERABERABGJFQBnzsSKreUVABEQg+gQCI+joW4HoG1czioAIJA8BiTnJY0vtRAREQASCTkCiTtAtpPWJgAiIQCOBwAg6asgmlxQBERCB1gmoX448QwREQAREIN4E9N/m8Sau54mACIhA5AQCI+jom4DIjac7REAEkp+AxJzkt7F2KAIiIAJBJSBRJ6iW0bpEQAREoJFAYAQd9c+RS4qACIhASwISc+QRIiACIiAC3U1Aok53W0DPFwEREIG2CQRC0FH/HLmoCIiACEjMkQ+IgAiIgAgEk4BEnWDaRasSAREQAQk68gEREAERCBgBZeYEzCBajgiIgAiIgEnUkROIgAiIQPAIBELQUf+c4DmGViQCItA9BCTmdA93PVUEREAERCA8AWXVh2ekK0RABEQgngQk6MSTtp4lAiIgAu0QOPuwOcbjyTVEQAREQAREIKgEJOoE1TJalwiIQCoSCISgo4bIqeh62rMIiICfgMQc+YMIiIAIiECiEJCokyiW0jpFQASSnUC3Czr6CyHZXUz7EwERCEdAYk44Qvq9CIiACIhA0Ajov+GDZhGtRwREIBUJSNBJRatrzyIgAoEgwPKqUVv9pDKrQFhDixABERABEYiUgESdSInpehEQARGILoFuF3TUEDm6BtVsIiACiUGAYg4zczREQAREQAREIJEJSNRJZOtp7SIgAolOQIJOoltQ6xcBEUhIAtMvmpWQ69aiRUAEREAERCCUAEUdHmvOf2qIgAiIgAjEj0C3CzpqiBw/Y+tJIiACwSCgnjnBsINWIQIiIAIiEF0CyryPLk/NJgIiIALhCHSroKMUzXDm0e9FQASSjYDEnGSzqPYjAiIgAiLgJyBRR/4gAiIgAvEj0K2CDlMzn317xfjtVk8SAREQgW4kIDGnG+Hr0SIgAiIgAnEjoAz8uKHWg0RABFKcQLcKOlLwU9z7tH0RSCECEnNSyNjaqgiIgAikOAFl4ae4A2j7IiACcSMgQSduqPUgERCBVCUgMSdVLa99i4AIiEDqEpCok7q2185FQATiR6DbBB19yMfPyHqSCIhA9xGQmNN97PVkERABERCB7iWg/97vXv56ugiIQPITkKCT/DbWDkVABLqJgMScbgKvx4qACIiACASGgESdwJhCCxEBEUhCAt0m6Kh/ThJ6k7YkAiLQTEBijpxBBERABERABBoJSNSRJ4iACIhAbAhI0IkNV80qAiKQwgT2HPmzjdrqpxQmoK2LgAiIgAiIQEsCOt1WHiECIiAC0SfQbYKOjjOMvjE1owiIQPcTkJjT/TbQCkRABERABIJJQKJOMO2iVYmACCQugW4RdJR2mbgOo5WLgAi0TUBijrxDBERABERABNonIFFHHiICIiAC0SPQLYKOPsijZ0DNJAIiEAwCEnOCYQetQgREQAREIPgEFAsE30ZaoQiIQGIQ6BZBRw2RE8M5tEoREIGOEZCY0zFOukoEREAEREAEPAISdeQLIiACItB1At0i6Kh/TtcNpxlEQASCQUBiTjDsoFWIgAiIgAgkHgGJOolnM61YBEQgWATiLuiof06wHECrEQER6DyBVZbNNx5PriECIiACIiACItA5Asrc7xw33SUCIiACJCBBR34gAiIgAp0gIDGnE9B0iwiIgAiIgAi0QkCijtxCBERABDpHIO6Cjj6wO2co3SUCIhAsAszMoaijIQIiIAIiIAIi0DUCyuDvGj/dLQIikLoEJOikru21cxEQgU4SkJjTSXC6TQREQAREQATaICBRR64hAiIgApETiKugow/qyA2kO0RABIJFQE2Qg2UPrUYEREAERCB5CKhJcvLYUjsRARGIDwEJOvHhrKeIgAgkAQGJOUlgRG1BBERABEQg0AQk6gTaPFqcCIhAwAjEVdBR/5yAWV/LEQER6DABiTkdRqULRUAEREAERKBLBCTqdAmfbhYBEUghAhJ0UsjY2qoIiEDnCOhEq85x010iIAIiIAIi0FkC+iK4s+R0nwiIQCoRiKugc/QVu6QSW+1VBEQgSQhMv2hWkuxE2xABERABERCBxCGg2CFxbKWVioAIdA+BuAk6aojcPQbWU0VABLpGQCdadY2f7hYBERABERCBzhJQ/NBZcrpPBEQgVQjETdBRLWyquJT2KQLJQ0B9c5LHltqJCIiACIhAYhJQDJGYdtOqRUAE4kMgboKO6mDjY1A9RQREIDoEJOZEh6NmEQEREAEREIGuEpCo01WCul8ERCBZCcRN0FENbLK6kPYlAslHQE2Qk8+m2pEIiIAIiEBiE5Cok9j20+pFQARiQyAugo7qX2NjPM0qAiIQfQISc6LPVDOKgAiIgAiIQDQI6AviaFDUHCIgAslEQIJOMllTexEBEegyATVB7jJCTSACIiACIiACMSGgL4ljglWTioAIJDCBuAg66p+TwB6ipYtAChFQ35wUMra2KgIiIAIikJAEVHqVkGbTokVABGJEIC6CjtIjY2Q9TSsCIhA1AhJzooZSE4mACIiACIhATAlI1IkpXk0uAiKQQARiLugoNTKBvEFLFYEUJaC+OSlqeG1bBERABEQgYQmoAiBhTaeFi4AIRJGABJ0owtRUIiACiUlAfXMS025atQiIgAiIQOoS0JfGqWt77VwERGARgZgLOlLP5W4iIAJBJqBSqyBbR2sTAREQAREQgbYJqPRK3iECIpDqBGIu6Kh/Tqq7mPYvAsElIDEnuLbRykRABERABESgIwQk6nSEkq4RARFIVgIxFXSUCpmsbqN9iUDiE1DfnMS3oXYgAiIgAiIgAiSgigD5gQiIQKoSkKCTqpbXvkUgxQmob06KO4C2LwIiIAIikDQE9CVy0phSGxEBEYiQQEwFHanlEVpDl4uACMSFgEqt4oJZDxEBERABERCBuBFQ6VXcUOtBIiACASIQU0FH/XMCZGktRQREwBGQmCNHEAEREAEREIHkJCBRJzntql2JgAi0TSBmgo5SH+V2IiACQSOgvjlBs4jWIwIiIAIiIALRJaAvlKPLU7OJgAgEm4AEnWDbR6sTARGIIgH1zYkiTE0lAiIgAiIgAgEkoCydABpFSxIBEYgZgZgJOuqfEzObaWIREIFOEFCpVSeg6ZYOE6itM6ura7C+fXp0+J5kurAG+6/Hn759kmlXLfdSXdNgv/9dZ0sO62UD+qemnWNh3Tr4TU1tg/XrGx+m1TVmPfCo3mmx2M3ic/78e61lZ/W0wYN6xueBeoojIFFHjiACIpAqBGIm6CjdMVVcSPsUgeATUKlV8G2UyCusqGyw7Q6db5npPezBmwanXOBWXllv2x68wEYM7WUzrsmxQQOTM3D97a9a2+uEPJt86SDbYoO+ieyygVl7ZVWD7XncAuM/Z04ZYsNyY+s7+UX1tuNh823T9fraTRdkW1pabEWkhgazDUbNtUP2SrdTDs+0Xr0Cgz4lFiJRJyXMrE2KQMoTiImgo/45Ke9XAiACgSKgUqu2zfHv/Do7+PSFdvjodDt8n/RA2S1RFjN/Yb1tvt9cG5zdyx6dNNiWWSL5ojZmUXz2bbVlZvSwVZbv7TIcvDEvr842HzPPlhqRZg/fnOuEnWQcv/5ZazsdMd+mXZ1rW20kQScaNs4rqLcdILDQnZ6YOtiWXzq2aTM//FJjux29wNZbs489cGNuzDPqKOistuO/dtSYdDvj6CwJOtFwmgjn0BfMEQLT5SIgAglHQIJOwplMCxYBEYiEgEqt2qf1x791tt0h82zcYZnuG2SNzhF49d1Kq6s3226zfnEr5ejcSjt3VwEyGyjanAw/OeGgDOsZkkjx8juVlgYdZ+uN+yVt0CpBp3O+E+6uNz+stNLyBtt5ZP+YvzsUWF58q8KGDe5l60PU8QuT4dbZmd9L0OkMtejeoyyd6PLUbCIgAsEjEBNBR/1zgmdorUgEUpGASq3CW70zgg6DlPKKeisua3BlRhkD2i6T4LUUA5jhkZXZo1PfiLN3SVFJgwv2Bmb2bDMI47PKsK7yCnPr6t+v/XKKyuoGK8G8/frx+vb3wP2WluO6DLMB/SIrC+G6SsvqsbYGsAKvdp7lWYx7LixuwB7M8W0v8HR8cC3712RmtM+nqKTeqrDvgbiuXxg+fu9hqcqm+8yzU49oXdBpz9PqIXQVl/K5hnKsHtand/t24fVcJ/eVm92z3bIYimjF7tqOz11YXG/seZSDtURSchMq6JRBhCCXgfDrLPBsa9D+Jdh/BcqK6L/hesXwevLinobkLD5vLXo18X3gdf6+LJ7/l+C9zIL/p3fkvQS/LGRddbb3k39vLLULZ1t+DhRhb+y3NLiVvbXGkP5QCBvXgEdudvs243o4fxVYs29NZ/ZV3/SZ1RNumgV79Wrnda9EuSWfR5vStqGjI4IO+wcVFjVYn6b3l89tbXh+wfI0vuf98cxYC1Lh/wZJjCsk6iSGnbRKERCBzhGIiaCj9MbOGUN3iYAIRJeASq3C84xU0Pn971q76rZimz2nygkDFE1237a/nXdilg1CAOUNBmHvflJl19xebD/8D5EYBgMslnZRFOjIYEA/+b5Su++pMhfgMs5ZZok0u/iULNtmEygdvvEPSscuvKHQPZPBOoOwvXccYGcem2lDc1uWAFEs4Lqefa3CBdkMivht/eWnDbRV/693i3nz8uvt/OsL7e2Pq6wa+2Vmyl47DLDxR2faEmiO640DT82zKmzzIZRx+IWSn3+rtUtuKbKPv6pC41c2De5h22/ez845PsuWHrHofjZUHnV8nh205wAn5Nz2YIkTgLiPrZD1MvHcbAgQLQNG7mPy/aX2APhUgRX3sQH2cdVZ2fZ/yywqXWEg+OUP1XbVlGL77LtqF0xnIOAfsyv4HJPVrvBF8YN9Y/78txbrqnfXMnilLVZeobfdPTHXhiIw33dsHgSEHnbHhJwWgsXHX1Xb5ZOK7Pufa4w+waD/xIMzsM/0Fo2Fpz1aavc+WWa3X5Fjl4LXF99jnbh+qeG9nG/tuEX/xTJ/3v+syiZMLrb//to4dy6azp58aKbtt9uAFnuaCpZPvlRh15+XbZfdWmRf/4jrwWRZ+NIFY+FLmyKrqAMaXbOgc1WuKz+7+/FSo3jCvih8B87HOv2+Ru5zvsQ7gPfl6//WWAPFEwT9R6C08bQjW74D3/1UY+OvKrAnpw6xUy4vwPvVmPH1ydPDLQei1n1gQz6TLxtk511X6PbAwP+zZ4e74J5r43v5DvyU7+UA2GnP7fvbuSdktRAayOntjyrtmjvIDQ6Jwff2iH3TXZZeR8a9T5TZlAdK7Knbh9gVk4vszQ/g2/A/CjRjwX9/8PeLVo+9UGZ3PlJm067KsbOvLbTPwY78P39uuFvbMefl2x//1NozdwxpttudD5fag8+W2aRLcpzN6L9cO9+Z808c6N6h0H40n31TbRPg41//WO0E5IHYF0udjtw3wwmpHLQJS642W7+Pm8fLNNvnpDxXhrXZevgcuLXYfsd6+D6ths+DK8/MtrVXbfm5wL5ZV07lZ0g5xNpGH9gMfXkuPHmgrbRcy3evrZIrfqZNe6TUZswsa/4cWme1PnY13t+Vl29Zesb3h3vzPke4n1H4HDoLn2+tCUkdsWOqXaPYJNUsrv2KQOoQiLqgo/45qeM82qkIBJmAxJyOWScSQYcB/WgEPkX45x7b9bfllkqzDz6vslmzK233bfrZlMtymr8xZiB/3AX5TsTZe8f+1g9CxuyPqozlFSztYqDZ3mDwRiGFQeyOW/SzzdGEls9/4qVyl+nhb0z7E0QTCioMsnYe2c9WQo8XBvnPv1Fh66/Vx244f5At0dTXZe6COht3WYF98nW1u3YD/P7veXX2+Kxyl9EwFQHzums0HtVEMWbP4xe4zKBdt+6PIKu3/Qhx6qAQ+aMAACAASURBVOlXK9x910Fk8frF7HrUAhdIP3/XoqD0GwTxDBQpYuwGPiugP8j3vyBwfbUcgWmazbg2x4YPaRR1mHWx2b7z3P9nIM89rwBRhsLBrLcqbcVl09zcXqBMFpfcXGTPYY9bbtjXNlq7jy1EPxLumX1JHr11sG34n8Z9MFjeb9zCJjGqP7I6ejm7vYIyKQpIDCDbGmR624OlRm4MsCl8rb1qY6nKsME97bDRGS4bin1QGGQ+fMvg5jV++EWVHXTqQlsSosyOW/Zze6Xg8C7+nABR58xjs5wowTHp3hIn/Kyzeh/nMyxdK8ezn3q53Nij557rcl3A7A2KOYeg99MyS/ayHSD2DEUzXYqM731a5QRDv2Byw7RimzitxNZapbcTHbaFGMhg+qlXGlmx7w+D+XDDE3To98w6G7VDf5x4leaCbJacbbxOX/gafKLJpmQ87tICJ1xRXKQYxtI8io5cH4Uqb3z5Q43tBV/bEH41b2GdjdywH8SHBptwRqNt7oDAcQEEy03wDIpPG8C2tM1VEBu4hzEQ1EqQBcb3kqIn+bz0doWN2n4ARJFBze/lh1jTCRcVOJFob6y/D97LtyAezf6wyk6HSHkWbBJu3A5/uPDGQti0v8vU4z97Q++gn9Jf+W6zLM8bfIfPvqYQfPo4oYX/pG2vafK7/cblOUFq9sPDmkW+m+8usasgmPxntd5OyNwOolspBE76w3zwuf/GwbYxfN4bFHMOOG2hDYdP7r4N/AElVeT8+vuVrjfYxeMg3sDXKCRtgdLBrTbua1eCrSfobH3QfLcXfgasvmIa3p2+9vfcOnv+zQr7C2Ime2N5/seMGgqYP/6v1n2G/Afvw8+/19jMF8vhY33sTghXXuZUWxk6FIGunFpkj75Q7ubddN0+yEJqsBfwvN/RfHvmlEXP43vNxtH8jKA9KSR/BKHwJXzu7oXP1hsvGBTOZPo9CChLR24gAiKQrASiLujoAzNZXUX7EoHEIaBSq47bKhJBh8LJVQhCjt4vwwUhDIYYRF5wQ5ETRH58dYTLFuC45Z4S4zf5DMT/0/TtNjNKrkYWAbMUzkPQ1165AAULBjEMPGdOHgxRpTHypzhx+aRil+lDIYPiBzNzGBjdeWWOEwK8eSn+cG2XnDLQDtxjgPt2/k58I37dncUumGMmh3ctMx7OuqbAjjsgw0bvNMAFnuMuy7dnX6+w+6/Pta0hAvjnfeDpcrvi9IG2JkQCjlBBh9k4+45dgOCsDk10c5rFFa73ZQTa5yBTYT9kyFyEQJPDE3QY6E3CKUrcBweDR2ahMBvklXuHNmcQMVA9GWIBA2cKZN7avkRmywEQUTZBgHjHhFyUwJg98ny5y3K49eJBLrOB17JciFkW7F1y2akDw5ZuhCu5ChV0WIqyIxoIk/ltyLpZc+VGTvQXZkc9PqvCXr9/KBopNwpaFHQuxRoP2H0AuCIbCXbnvRTeTr40H4JVXydMcFDI2OrAea5MbgoEOC+riv7FLAZmXs1+eGizWEZBhxkpPGmIgT0FNs79AUQPZsPQj266MHxQ7Ak66f174jSzXFt9pUVZG8ygYbbKpcjyOhjZRxwMuF9Av5Yzjsm05ZZszLigOLX/KQudQMbsGu/4cwo6exy7AFlDvdzcFGX8g4LOuRMLnW9ee3Z2i3IlNvqdCJ8+Zv8M2B3vJexLwYrXU3z88TW8l01lfjdOL7EHnymz+27ItTWa1s937Upwo9h19nHtv5dcEwWd8yC2UjyiqMl+NBwLkM1GoYfC2gePD2s+7YyCzhnIPmKW1U0XLrre219bgs6EKUV4b9PtMjClqEObffRltXsvN8U+b4E/c7AEaZuD5zvRmBlM3r74Lt0Kv6KwevfEHJcd156gQ/tecFKWHYmsHu/zhtlEh5+10AmwT9422M2xsLDeTrww3/bdZYCN3nmA6x3FrEBm23DNL84Y2pzR05agQ7Hz6HPy7dC9052I5mUbfYu17ndKHkSl3vYgRCuWYfEz6IwrC5BhNshlXfH95Ttw12OlNg9+dMX47LDvbwtnSuF/UYySwsbX1kUgiQlEXdBR/5wk9hZtTQQShICyczpuqEgEHQYn/HacwbYX8DAr5Ya7Slzg9OETw1zWDgeFE4o3DGYPQlDGezj4bTN76Xj3t7VS9ucZBUGHmRAUIpht4vXE4RwMyikoFeNb7YPH51k2RCIGqX6RiOVSx56fb/+H7BaWLNXjG+6xEEH+RCPoZ+8c4gIx/6BgxYwbZprwuRSUeOrOvRCl/POyFGoBOPCbcq9nSKigMy+v8eQrlmcx6PXfTxHlBASEzGb49qUR7neeoLMesoOuPSe7RRkFRQ0G+0/fjqwEZGhwUBRhc1eWPPnLq/g7BvIUK564bYjLFGBAOPbifDvuwAw7BmKcl1XklVB1pM9IpIIOM5kYZI89JNPOR5Ds3z/L18ZBpGGGzqEQWTgo6LBk6BFk+DB7whu09WkTCiAW1NlLdw91P2b5yRb7z3OZICwZ889NoYsZWBRuKA5xUNC5BaV7D0Eo8R83Tl+mKEZx64XpQ8K+NJ6gcyyEk7MgfPgHxYwjEPgzk4riEH2TQgN9hSVNXiYIbX/seQuRQVNtc54ahoySRif0BB2KNRQfQ4cn6DyOzA1P7POuYTZbXkGdeyf87+W1ELGmoCTvIzxn2SZBaSrEmOsh/nD9+4OPV8bHLB/2Agr3XvKZFHSYLXQ/yguZueYfz8HXxkN8oIhH8ZDDE3QeuGGw7bxVy1JJ/r4tQYfCKzO+RvpOFOM7TRGuACLUrBmNNqOgtSmy21jGyD9+f6CN2YuIpXsc7Qk67ElDQSj0fbrwxiJ7EplBr0JQZbYZxz/I6uNnmpcxRxs8jcy7M64qdJl3XkloW4IOPy8ffrbcib2e2OlxZOYd3+3npw91x7i/8UGlHTp+oSuLO+GgzOZSTYp2/PwJ15MprGOn2AUqvUoxg2u7IpACBKIu6OiDMgW8RlsUgQAT0KlWkRknEkHHBUQIXL5DQP0Mvvnnt8zsw9HY8LbBPka/Dy8Y+h++7T75kgInWvRFoLQSAl1mQhyAYJXHXndk3I/eMKcjOOyLoIXB6lrI9NkemSv74JtxCjgcPDJ8zMkL3Dq8bAdvbtckFgH0Lggip1+b60STA5EdsfxSvex6lGG1lyHEcos9IOiwBwf7soQboYLOz7/X2vaHzkfJzEA7ZNTix8GzD8pd6Bvz+7tLuCbLnqCzJ7IeGGz7RRbOtcV+89CzZLDLTOAYC7Ys8WDfmtATpygksMSMPUkoOlGMoaDzBnqd0BbLo0yJJWxjwHFt9OwIvb+1vUYq6LyHcpd9UJZC0YzP9A9mP5WW19vpR2a5HjYcFHSYRcPMDn92CpsJj0eQ/AsYvPFgo6DD/jKjT8yz/ihlChWjmClRhiwgZpqcjeCeg4IOhYzZjwxrDuz5c2b0UND5F/2XXkO2ULjhCTosLdwBJXH+wWwQlgiylxPL3byMC+71PYhrL6AU7lOUBf2Gcpri0sbeUxRAPXHNE3ReunuIy84IHZ6g88Xzw5vFGf81fC+ZifIMerrM+aLaKE56DbA/RSYQy/046EvMePriuxonBLDfCwWTA3ZPb9H7pT0WTtBBJg77+4QeM85Mt8PPXOj68TDThcMTdD56atE6/PO3Jegwm+i9mcNa9JriZ81pVxTY73/X2esPNNrsLZRxshSU4uYoZLC0N9oTdJbFe3HLRYNcyZ9/MOOLn0PMvFnF19uGwvBTr5S70i7um2tj5gwzCj3RrS1BhxlL7A3Ghueh7x8bOlMseu6uoS5jqxyi4El4f1naSn9fBj/bfP2+tg+yg1gqGCpMh/PjVP+9snRS3QO0fxFIPgJRFXTUPyf5HEQ7EoFEIqBSq8itFYmgw+yCq29jeVUFgp4ermEoBYH//laD3hYVLvjyf7vNDJDX3qu01/ENM5u+MguAmS9sKHz6USgz6EAjWjZhfhJzs/fH7//UuUwNZhUwC4LZFsyMGHNyHoSmBleW09pYb43ernSD5UsHoc8Gv63n/e0JOvwGnoIOM0hCG9i29oxQQeeXP2pxHPx8V87EHh6hgyVXM1BG9cc7S7rg3hN02GuFWU3+04IoZmweIugwS4HZKCMhkrV2mhH72xx/YKY7wYiDtqMQwh4uFA+Y0ZGP0pGjxmTYpShJC20wG7reSAWd92Gv0WimzMyqVdA8ubWx29b9XENiDk/Q+RhBv7/ZNEu0xl/ZUtB55xP0Djkuz7bA3ldarvW5WQ60VVNmhxN0Hiq1dx+DgNLU34bP7Kygw1KfXbZqKRxwnedOLHL++fDNjYLO/+ADzLb4CP2k2OOH5XnsP/Qi+qTQBq0JOixD8zfV9bh5gs7Xs0a0EKX4ewoJ7DfDnkDMBloNPWD4XjKTiSVXH0A48gQdXs/sltfgB3wveQ2zXvheUkhk/6FwAp8n6Mx5crjLSPIPNrM+8qx8OxU9gtj8mcMTdFhiFlpKxt+3KejMaMz68/pfeXs97YpCCDq1zYIOmzyzcfddyHZhSVp7oz1BZxmU/9G2FI/9g9k57AFEQYfNivk5Mg1Nnm++u9iVsq2En9Gu/Pndj5e5dYQTdNgcmkIRxbTWTkijoHMS+kx54hJFHQpHL79TYZ9DjFuI95elX2wuftWZAyHqtH9yXLtQUvCXEnVS0OjasggkMYGoCjoqt0piT9HWRCABCKjUKnIjRSLosBfLBchCOBZ9Zpi54p3ow/IBllcxYPYEHWaJ8I8XkPCb668QxLLHxKcoIWLWgJed0Naq56LfiFeSwm+6GSy/92m1y4TYA6cKXY3yFAY6h52RZ/i1PTFlSAthgvewZ433DTZFk1MvL3SNjZkJEXpkNftzMJhbEVkLbPw8Ck1quUdmXPiDXGaNMBuC2QleU+NQQYdC02Zj5tpOaBh7K3q/+I8ippDAkis2SOZJP/6Sq44KOjch2H3kefRCQX+fUMGEp4P5BSFmrVBc8xq18vffQmDjHC+/XWmfPMMsiJaBeahNIhV0mKG1JUSow9DryN98lvPSJtyzn0kkgs7PEBA3xhHqzAJxzW598TczYvjvfrEu2oKO14vHz4i9cQ5BWQz7RV13bqNYyCbPFCPPOT7TnUiUjowijqPOWQgxripqgs4D6IlzKYSj49FP6Yh9MpqPOmeGC3vrvI+sJ0/Q4XtI+3snI/H94QlSV6BP0zfIMmF5lufTbb2XXsnVXdfkuobnoeLHWRA/pkPUYN8pjlgLOj/BHzbae54TXukPftsz0+5XZEWxmTeF0/YEHTY/Z/aV/4QpfoaceXWhazD92n1D3WcWGzDvipOyeErc6Xgmy0zpcxRY2Qje6+XFvbeVocNTvG7HH4o/LLP0j9D31yup8z5va9Gf63uUmU26r8SJQh8+iVLXppK6yP8GSN07VFGQurbXzkUg2QhI0Ek2i2o/IpCiBFRq1TnDRyLoMLBhecPUy3PcqUoczGRhAMeAx/+NPftfFEK4GI9MHB4n7QJ5BNunXJ7vMnwo6Hh9LVpb+TyUUp2JsgR+4+4PGikSbYn+KSzfcoEzpr4SItFdj5bhtCb2TUlvDvD/QjB3BzIzeBoRT6Xi4DfovJ7lOOyF4gV/DPpYKsJvvI9HrxkGYiyL8Jot74aTc7xr2d/iavSw4Sk9LH3gCBV0uNcDT8szNjmdin4iXrYIf85eG2zWzAbMzFbiiDRDh9/Wn3hRvuvRcwmygDzRiqVvDM5XhihF4YGBJk+pooDDMiSWazhbQFRhg+tJ9zb2WPF6H7XlRczq2AYnAY3eqb/rU8KMAIpEnm1DmyIzW2EvHMNOoYNZD2yiTX4MTnnS2VtonMsjl73shEgEHQa8u+BUMYoRLJFhFpA39yvIPOFJV1yjd1R1tAWdnlCi2LiYIoE3ptxf4gQynhjGQJ/+czAEHjaHnnr5oGaRhKLmMeihwx5LLC/zspG8kqvOZOiwZw33PBViBE9146Dv8/1hRtZHvlJI9tVheRhPtPL651DwY0kPT1gKzZBqzR+8psjskcNMN+89ZqNnZp59DMF2DkQGrxFzrAUd+sNORyywavg+G4p7AgnFq8mwC0UP9tvJQDZNe4IOhUL2dTrpkIxmQZSnhbF58corpKGUaohrMs5m6+zTxIbcFGA5+LnEhtx3PFRiD6Hvzw5N/YPoB+vsPhflUY1HyHtC6xffsdlyvjvNjmWZXukg98Im6GwWzubzzGKcjubHLKM7B/d7gjnfIzaep2DnF9I797dAat6lLJ3UtLt2LQLJSCBqgo7KrZLRPbQnEUgMAiq16rydPEGHJ/f4S138MzI4Of2oTJfNcQgaEPMkHZYUsGSHx/oycOL/ZzPX3ZE5w0CPQRz7xLAZK0treLIVjzJ/E2Ue2+H396DfRXslTywR2h/HGX+Cb8O3gGiyGf7UQiRg7x6WC12D7ByvvILZMDxRyvWaQRnWxii9YhYM+1twX1MQUHtBHkUI9p95FaVgFFk4L0+KYfYRxQ4eObxqU4kQA1QKFVwLj93m6Tk8ypyCDDNvuAZP0Gjt2HL22OD9HDy2nMeef4VsiOder8R6ersTwLwMpkgFHTJncM7m05yXgSHFGx5Fzh5Hl+MELgpGHLQbs0KGI7uApULDh/R0PT94Lbmw0W57tuAcbO57HBpMv/NxpZuD/+5KT67Otaw2ji1nWcyOhy9wc9MnWAr0/c+1TvxbF8eTs+GtJ0RFIuhwPexFs+Ph852wxH42zFL6+r/Vbk8bQeB5CGVP3p6iKejsfOQC+H5f7KHSHfu9DPyb4hqPY98Ffs6TiHJ5QhfWeONdOC79zhKXTbYu7P0DMrKYxdEbPaGYfXbMfulOQKRfdUXQ4Tt4JBoy05fZjJeljSzrosiQh/fyYBxNzxK0bVHeNmNmmTuJihkdu8InsyBysCSM7+XOsCszRsL5AgWd89EUmYJWJUSU3dAYmYLE03jffsI7yCbgB/v6RsVa0KE/sL8RT1VjY2N+BrFMiyIXG3CfcXSW+/xyol87x5bzc4VZYzy9jELtHyjxfB69j1hONwvlVjz2noMZfmzCzM8JnjpFkZZiGI+bZ/bM1mjqvROOM6dtKeiw3xPvYYkg31ueuMV7mNl4C45nZ6Yfr6fYwxJV9h276OSBrvyNg/61P06+GpLTyx2TzrI1vuOzZlc432GvrHA26/zfEMl9pyoLktu+2p0IpAoBCTqpYmntUwSSmIBKrTpv3LnIFGB2QSmClrYGMyAYnDCr44Gny1zWCgWcvkgG2BHCBoMMZiewbwwzWS5Eo1t+0/wygmse5/w3snj4jXI2TtFh0HjyoRmLlTu19mw+g9+wv/1RlWtuzGwcBmrMrGEQ7y+1oVBzE4IjXsugiT1M1kBzWX7bvg7EA/9ggMasFa6vHPP2QqnFOug5wqAv9IQblhox2+iDz6tdgMxv6Hce2R/fnqc3H9fMuSlIUJQZhyPE/f0sKDyQzef4Rr662qwfyj7Y94bHjfsFNAZ4E9HrhULH9pv3bTEHBauJdxa5E528I6L5TO6TQtTDz5VZCRrtMqhjSQiPdGeg6Q3OzaBwGpowcz3MyMiACMPgf9xhGa328Ai1BwNTHonOxsW/4Sh22n7P7QbYWNiSzXVvBnsG9ccdkA72i/p5sFn1LfcUu3K7Gpw2NABNnCmknYj+IF4JCZ/F4JuZFOfhRCyv4TV/TuaPzyp35Xbsu+QfzDoid/6Tc7NB9DabYm6cBOQJbbyeYgt7j/B4aK/UyM+vsARzo0FzuMHyHWaj8ehtnuY0E+viKWu94RMUrE46OLPFceI8oYtHSzs/azrtar/dBriyLM5Tg3eEfWvYCJtNjGfMLEXZEG28eHOpOWhATltfgn5HoU17KXTe/3S5PYYm2eyF0w+24XvGd+R6+BQbCNMfmCHCDC6KUWw4zgbODXgvB6If1q64nu9KaBlia0y8Hjov3zPUZavQdpyXggP75lA88jerZonSg8+W4UhwHD/edNqdf14e900Rihlb3vPprxRJuGa/zZjx9Cj2mV+4uD+wDNL5A8QOCit81v7gzebfXsN0+jGzWlhWxTI4r+xva2SfrbB0L9tvt3Rnhz8h5vB9YmbO2fAb/xH1XDuPpL8D66boy88hilt879hv5000H6dIwywuDmakXTetxArwebbGyr2daOb5Nvk9ANvx84vPo+2ZWceGx96gCEX7M9vwZ3zGcm8s32P/HTZs9/t6OB/W71sSUJaOPEIERCAZCERN0JHKnQzuoD2IQOIRUKlV/G1GQaCC4gaEEC9w488YfLNPhb/ZMQMoXktBh6cd9Q45Krwjq+fcPPmFgs4AzN/e4BHFDC7ZDyPccb41TfPy2nBHd3NOzs05eX0kg9kaXH81ArG+CP7DPSuSuXkt2ZYj0GVwSsHI35vGPxdtQRuRJ9dAcSrSQXGoHHPQjuH4enPzuW7/uLdfJ5/b1jq9PdGW0Z47HJsa2JN+wcyK9lh6Psn1Ufzh4M8oAJJhW/YK9/zQ33M9nugYyXvJNURyUpIn6Hz5wggnSrLfFN9xZiZF27cjZeD3cX5WhGv27c3fKOikoTwwG+JPT9d0mKV1bDLd1hx877hvft557wJFb4pO/KzzM6W9KXJTWAq1NwWbCgh+FHScP7TRLN57j+jrnX1/I+WZCtdL1EkFK2uPIpDcBCToJLd9tTsRSHoC0y+alfR71AZFQAREICgE/IJOe32wgrLejqzDL+h4vX86cp+uSQ4CapCcHHbULkQgVQlERdBR/5xUdR/tWwS6l4BKrbqXv54uAiKQegQk6KSezZN9x8rSSXYLa38ikNwEJOgkt321OxFIWgJqhJy0ptXGREAEAkyAfV/Yg+qhm3Nb9EEK8JLDLu34C/NtSZSPsU+V128n7E26IKkISNRJKnNqMyKQUgSiIuiof05K+Yw2KwKBIKDsnECYQYsQARFIMQLs5cK+L/5eWYmOgP1wDD1sotXPKNF5pOr6VXqVqpbXvkUgsQlERdDRB2BiO4FWLwKJRkCNkBPNYlqvCIiACIiACASbgLJ0gm0frU4ERKB1Al0WdNQ/R64lAiIQbwJqhBxv4nqeCIiACIiACCQ/AX1Jnfw21g5FINkIdFnQkZqdbC6h/YhAsAmo1Cp+9mFpBf+0dYxu/FYS2ZNYPpFoa45sh/G/mscxJ1OJTfwJJu8TWX5lCfg5EYlF6P8sx+LR4hrJTUBxTXLbV7sTgWQk0GVBR/1zktEttCcRCCYBNUKOn10o5Lw1p9Iee6HcJl0yyNLSEiOS+XtenU2YUmRnHZtlKyydFj9gSfykX/6otWtuL7abLxpk6f0b/eC3v2rt3U+qbIO1+tiq/9c76XZfW9dgT79S4Rrkbr95f+uTfFuMis0ont4wvdj++rfObrl4UFTmDNokNbUNduz5+XYWGiavsbIcIWj2icV6FNvEgqrmFAERiBWBLgs6Sk2MlWk0rwiIQCgBZefEzyco6Nz3VJldekuR/fjaCAS0iSHo/PC/WtvtqPk2c8pgW2+NPvEDlsRP+uTratvrhAX2zawRlp3V02VtTXu01M6/vtCO3T/Drj4rO+l2Py+v3tbe7V9befk0e3zKEJzm1DPp9hiNDdXWmR1wSp59+1ONff/KiGhMGbg5qqobbKnN/raZkwfb1pv0C9z6tKDoE1CWTvSZakYREIHYEeiSoKP+ObEzjGYWARFoSUDZOfH1CAk68eUd5KeFCjpcK3925yOldtCeA2zrjZMvyK1FVsa51xVZbnZPO/3ITOvXLzEEzXj7kQSdeBPX8+JFQKJOvEjrOSIgAl0l0CVBRymJXcWv+0VABDpKQNk5HSXV+etYPsE/vXo1ztGRDB0KP13tK8E5ODoyT7hrQzN0GvfUgJ46PTrUV8ctpY09hXt2R8lHMk8k17qlR8CyrfWGMmtN0Ilkr63ZNZJ1RnJtJAzas3VH9hfpury1dcTPm/fBvi1hFtOZdYRO2dE5eB37yfAd4ecE/3+4DJ2Ozu2tKRqfKa0hc+voIM86lNz1wGcG+0Z1JEOno2uOlEVH/FDXxI6AqhBix1Yzi4AIRI+ABJ3osdRMIiACMSKgY8pjBLZp2orKBpdx8d9fa6ykrMGGD+ll66ze2z74rNoun7R4yRWv//xbXP9brRUW11tWRk/0UUmzdVbr43qOdHTkF9bbZ5iHPVrKyhtsxNBe9p9Versyl96+Ei8KDH/NrbOvfqi2X/+sNWYF8Nq1cO0aK7XsadEs6KA8gn1/vsQ9efn1NmhgT1sT/S/4p1/fRWvkc9/7rMo2XbevffPfalc6UgoGzDwZmtuobM1fWGeffsNn1zUGd8PJp4/r0eOJX+H2XIc1c59f/1htf2MvvdDeZ7kl01wPmmGDmxS0pkmqaxqwlhr74Zcam7ew3vqCxXJL9bK1wXfJYS2v5Xr/Qd8grudT2PDn32scn/9bJs02/E/j3B0VELi3r36ose9+rrGConrLHdTT/rNqH6vGz/c+cVHJlcfkoy+r3frpLxzsO/Pae1W2LnxnLkqWvvy+2s3DNfBnKy/f2/IK6pt8p8bds+IyvW2jtftYDjJh/IM2//PfWvv8uxr7459a96tlwWv9NRsZ+Pf05oeV1rdPD1t2iTT7FP5EH2EgvuJyvW1jzE3b+0cpbE7//fF/NVZUUm+DB/WyVVfs7Xyvvy8T5/X3K92/b7JO3xZi4ELswfPb0rJ65yerww/pj1yHNygKkMdaq2Lf8EHafj7sOTCzp622YuNeQksZPRvQ9gvxfqQP6GErYx/rg3MG/r83KAzQL78An59ocyCiHTwfD+eP3u//+2ut83v6JMWO5ZdKs3VRqhjqZ7ye6/n4q2r7H/yYfWXoY3znT51QYN+1UnJVgM+GT3g97FFe0QA/6Ol82L3fIT25KqsanP96nyks7VsdNlkTTL2+TVzDT/jMSYO7LR/SH6u6mp8Rte7dXsL3jpDnwRqK+gAAIABJREFUl9/jXYKtyYvsOS/XTbb+wffmF7D8AtfzncpM7wE7wS9gvxW2+mexkiv6EX2cDBcW1OF9aeS/Nq7v4/MD2mpeHmyFed372WSr1j6/Omo3XRcfAsrSiQ9nPUUERKBrBDot6KjcqmvgdbcIiEDHCeiY8o6zivTKMgRaN80otpkvliNg7AnhIA2BWx1OdGkMjBjU+nvoUACZ8kCJPfhMGYLdnrbMEr1s7oI6Fxgfule6HXdghhN4wg1ef87EQpvzebV7DoNuCh4MyM46NtN23bp/8xTfQty4fDKEpV9qbRUIR2m9erjAiM8fd1iG7bPzgOZrPUHnqDEZxkCfAlNmek/7HgFyb4goJx2SafvvNqBZ1GHwv/cJeXbo3un26AtluL6nE2mmX53jWCxAIH7m1QVOAFhyWBp6yPRAAF1rQ3J62QUnZdkWG/QNt1WXxfAW1nLDXSVOpGDwX4UAloEuBakJ47Pt/5ZtbODMAJRspz1ShvsabCUE8wyGv/mp2olOZ6IxKwNMb1x9W7HLpNptm/720ZdVLhAvLsXcYLnZ+n3t+vOzbRCC43CDz+U8dz5c6ta76gq9Ie7VY656G7lhP7v7idLmHjqca/acKjvugnybctkgNA1uLLmiL20xZp7tOLKfvYeGyQyYB8IXvgN7ijonHZxhc76otnc+rnICVRHW+TeCcPYlueG87BaNt2nzi28uQgBfYytAOKA//vZ3rRMR2LNnxSZefO5OR8w3BtdkSZFmqeFpLoD+Z36dW9uNYOBv6n0FRMpnXqtwIhLXxXkrIVKefFimHT46vRnVtgfPd8LhjGtzmoUa+u1Z1xQ6YYPCHkUvNoiurDQ7DPeedEhG8/0UPjffb55ts3Ff+xhiBX2bfv4j+jxxkMexB2Q0i1MUNe6nDdCfiIIWBUOKnhQi9ty+v50B2+c0iVP/Ym9s/k2WKy4LAQEuQb/MBPNLT8tGGVx4v3zlnUq7/q5iJzKtvFyalWG9FCh2Gdnfzodv+0UTijNnY98ffl5lS41IgwjW07gG2oOCSRH8xN9Dh+s+Dz2WPoBYOhSMB4M1/T0D7+IZR2fazniGJ4bSb66eWmSzZldaJvyFPky/KIFNj8Z7TJt44su6e8x1z55191An7HiDnx2Hn7nQvRtTL89p/vnNd5fYI8+XO2GO81IcpA1POCjT9X9Ka+qbTt5vg+U1txfZn//UOXGOAg9FrN3xbvHn/h46FGX4s6dfrXBleUMg6v0M/hTxxh+dZQfusegzyWvUzibiK8FWvWGrnyFMca+XnTbQttoovK3Cvb/6fewIKEsndmw1swiIQHQISNCJDkfNIgIiECMCys6JEdimaSkeXHhjkRNQLhib5QKfGmSIPPlyhcvOYcaBX9B5fFa5nXddoRMQzj4uy/UW4fW3P1TqgtHrzx9ke+2wSIxpa/WnXl5gs96utPNPzHJzUWxhgHjZrUUQX2rtnUeHNgtD+6Pp6p84RefqM7MbxQx8sT4PItLZ1xa6jJLnpg1xARiHJ+hUQqC47txs22GL/i5oq0DQyHXzW/K7J+Y0N0ymoLPzkQusvLIeosIg2wqBMLM/+G07szyOOS/fiRMXjctqnAtBJAP4i24qcmLH7IeHhc2AobBwxFkLEcD2sFtwUtSQnJ4uYP8AwTFPz9lxi34QDXJdgEvh57QJhS5bhMIFA1kKLBQqOAcFiglnZDcH9hR0GJSP3LCvXTxuoBOhmD3x+KwKu25asZ17QpYdD5Et3Hj7oyqjTVZeIc1ugA2ZFcGsotkfcT0FrpTLa4rMudoSdDbdZ67Lwrli/EDbY1uy72G/g9duxyxw2SirYH4GsasgW4frvP/pcpt8b4ndc30OAttFvXj2GZtn/yJLgvMwm4I2YVYMbTgYYtqL04c0c6eg8xkyqEbtMMCJgRRpKKbcDnFqxmPwyxtym5vZUlTY7pD5dvR+6XbMfhlOZKH4cO0dxfbZd9U258nh7nhqjtYEnbGX5Nsb71fZ+XhXdtmq0W+ZpXbLPSX2FE7FeuDGXNscQhoH17DJPvMgCsKvsedREGWYmZKPrKXDID6wT88zdwxFZk2j4EYbjLuswGXuXHH6QPcuMuvpwWfK3UlSF5w00E6ECMTx0LNldsXkYucjW8L2XDOFqXGXFrh39rX7h7brlxQJDzwtD5kl9c73Bjf55ItvVjihlb50wkGLxKYzrirE/srd6XH77ox9wJa0841Y10z4GkUWv6BzDt7Nh58rd8LQ6J0a901xlE3Wf/mjxl6YPtTdwzH1gVL3WUMxmCJXX9iEWWGT7iu1R58vc+vjHjkiEXR+h3iz9YHzXbbdiQdnugwn2vrKqcUQwirto6eGuybfHLTJIacvNIpqN+EdXWZEL+fzXyGriu8FM3b8gg4FvYNPz3MC8QG7NwrEzCK88IZCl7HzNRqIe4LVA0+XuWdee0628w1nK7wTYy8pgMDVw16+p31bhXt39fvYElCWTmz5anYREIGuE+i0oKP+OV2HrxlEQATaJ6BGyLH1kCqUKZx40UIXSH7+/AhXYuANfovNgOO9T6uaBR0G+Azu38e37h8h8PWXGzF43fnI+bbhWn1d4NJeKRIzAtbc5V/bbet+dtc1EDJ8CSQUORbg93ts198FpBQytj5ovsuGOenQzOZgm+tkULUzgnkGnldC7OHwBJ0dIJLcPmHRN/Xud8gU2RdCwVEI5Mcflemup6Cz0xELbMct+9nkS1seu8zMI66TGT2TLslpUXbDb/0pLtx7fa4TU9obL75VYSddXGDTrsqBKNSygfDk+0psY5T0sDwKCTk2AZlIDITfe2zYYmVIFM0m3w/xY2KuK3XioKDDn990YTYC50VZARQuTkAGDTNCHp00uN31MXCloMF53n5kKLKuWh73Pv7KAnsMGVwdFXRY/nXPdbktbHXqFQX2BMTAy5GNdOQ+6c1iA0toGBjvu8sAJxByMBDfZPQ8O+f4LDv1iMwWwgT3S3Hjg8eHuewlDgo6tBVtNNKX7fDVjzV22PiFyL4a4LJbOFhex59RKOIzvZIn8mJp25LIuvFGqKDDrJ9Vd/jXxuw6wG5DFojfx7mPQ8bn2RJD0+yp2xt5e4IOy3DugYjoLyOk+HPmVQVOjGTGlmcDCqwUY0LL8Phu5Wb3AlfMA3Fk4p3F9hRE1ymXD0KJT5/mtbB0kqIZs9LCjTkomRuG07soAnqD7zh9fu8d+9slpwx04hCzVNZDZgzFVIoa/pJFlt2ddHG+y87yBJ1ilCxuBmFvFRxnPxO+19O3FGb8nQzR6aozB+IZAxwjincUaOdAYPFn3TCzhQLnLhCbvcykSAQd7unV9yptfZSQeSV95EwxjGLwK/cObS7ZZPbMmJPzIGZmQ6BJb7FmCk6X3FzYQtAhp3fx2chSQi8jkXPTLjdOL7FPnx3uMrg4rrm92GWE3QZbrbXKIlvx84ulqh2xVThb6vexJaAsndjy1ewiIAJdI9BpQUcfbl0Dr7tFQATCE1Aj5PCMunIFMwsOxrfSLHmi2OAfLClgaRVLFrwMHZblHHjqQgRv9caSJv9gqcFDz6JsC6IQMyJCe2T4r2UQuNvR823iuYPsyH0Xlbi0tpcZj5ehVKnYiS3bhBwZzCyXlbf7x/V5eXwqAkcIQJ6gMwnX+8u2ODdLV067otCVYd2FkioOT9CZiGye0MyiD7+owjoXOEFnq5CTnFjSNGNmqZ1yeKaNw5/2BktjmNUxFQHdqghy2xrM2DgGGTsN2NcdV+a0CJx5D8th9jg2D78b5LJDOChw3I8MAAoDLH/xBoPwY5FdxMyjl1Ce0t5gFggFJ2Zc3A+BKrS3yKzZFS6TqKOCzgnIhjjRl93BZ9OG9z5ZhhKtnOZsC/6cWRuj0Z+HmVEsPeN4GaVAx5wHIQYlfOy54h9kMA2na1Gk2nbTRnGMgg4DbIpr/t4vzPjiceu7QRC4GOIEB7lQBGS2FO3NHins7cJ+RuyF4xcfQgUd+sMuyOa65eJBdhhK9PyDYtx+EATo2/97a4TLTPIEnaPGpKM0EGKkT9hgjyT6Fu1GoYQ2OPGiAidgHt2UOeSf/8mXy10m0NO3D3GZO298UOkE15VQekbBY9kle7keOizT8rJO2jV60y/5Dv2KbBFmoND+/8yvde/8aIgtl57amCXErLbdjppv4yGKsVzKPyj88jOEJU+eoPP733XIgppnW0Do9PzUu4fPueeJMohp/e2ikweiNK7e2YhZasxiCjciFXQ4HzPpuCYKcuxl9Bayzp5FqdTzyPJaD2IPBzOsHoCYNhX+SXHVP1imtf6ecxfroUMBhzb5HZlRFKmZifXCm5Xom1RpHzwxrPl95L8z84plbTvjvfVsxfeVPX00gk9AWTrBt5FWKAKpTKBTgo7656Syy2jvIhAfAsrOiT1nBrc8oYZNUCciqyY0QL0bgsWEKcXNgg7LEfY5Kc9+RPPk0AwCdy8CnE3X62vXnDWwRc+S0J28jYBqNOa566pc2wuZAO2NmxBc3osA8E4IThuFBFq8b8O95rpA/Jk7h7hv9z1B56GbByPzpWVgxga9/Ga+tLzeHsbvOTxBhyJJqGA0e07jOikSsN/FYgP7PR7CRWhwH3odS1i+RrbIFIhMoc1c/deyBOlQZI+wH8f16Cnjb7DL675Hs+I9j1vghDBmUHBQ0HkQGQev3cfSnUXZJdwrRRj2wWFJR3uDQtKR5+S7TKnbrshp0RiY97Fvyr4QKzoq6DDT5hCIMf5x04wSJzzdgawpf8BMEWFvBPTMrLkSpWQcT6O059gLClyGw2JNtsGchxWxL84m6CnEQUGHp5g9iHInf3NlBvCjjsuD4NHPZZt4g9kYzJjgvljKx+wP9jBi3xN/llOooMNskb1PzHPC0Z7IIAsdR5+bj4C+wn6dvYRj6Ak6p+LY8yOQleSVcvE+ZosxM+xZCDpsoksbHHE2yvuQ9TECduwR6m7YNHsE3XrJICf0MSOGQgGfx2bCFBboN8zOYcYa+y2FG3+gV8ztDyGbBOVqxSUNlpXJPjNp9hb8fgyylzxBh0LWaPSZmnDGwMWEXDbwPgAiL33TE3R+QS+ZHQ6fbwPAYGBr/Zuwl4NHNfYbosAz6vgFrv8QRa9woy1Bh/1rDkdJIln6e+hw7TNmlrn1UYBhv5tqiNXsifXijEWCDkXXl1ECynu98k1vLezPtPzIv1sIOhTCmG3Ed48lVnx32FeLvYbYZPrDJ4Y3CzrsO9ZsK7D2bLUqbYUSMzbd1gg+AYk6wbeRVigCqUqgU4KOyq1S1V20bxGIHwFl58SeNQOLQ89Y6Mpy7kOQ6h8UF26BmDIF5QbNGToI3g7Ft/EsHWGJT2uDIkS4b50ZQDJLgr1gwvV38fpP3IqsiNByJWZlLIdAiyVLLAVhiZYn6LCXjyd6eOtkgM9yD/buoHDB4Qk6d0LQYXNe//gE69wJgSn7/LBpcmuDTV4ZuLY3WM7EwJvPDD2Vy38fg/oTkKVRBsHpbpRV+UtbeB2D0N2PXeB+x4wGDgo6LCEJLdOJSNBBdggzCP6CuPHwLYNbnKbEZ1D8YO+Yjgo6LJViwO4fFHRoS5bBhRN02Mya4gj7yITa3JuTWSheuRQFnV4UdG7KbXGiVVuCDgN7ii0URciazXDvRNYPxQWWcnliZaigwxObKFRcB7GN/Xf8gwE+hakv0NOJgg7FG0/QOQ2CzuFhBB1muJ0MG/C0qZsvHOQy3UIH37tsZHR4J3zxmdxDOTLmKIy9hEyqO9A3iNlBc54c1m4pD5tAMxuMQsM56LPExr9k2hca6E6HNwpsnqBDMZIlXyej5PE8vAv+QVGYnyF8jzxBhyLZtgfPg0CWjkbTrfdvSkfzcWaCzUfGzN4QdNgj55qzW/9M8T+PpV8U7WbdPaRFFiDXyKwu9h/yBB1maG3DxtYQyM44JtMJ1/0hhr3yLnp3oWHz41MGN2fosKzqLvRbYhZdqMDCcrrN9m2ZofMNnjf6pAW2GjLuTkf5JsvL+uGzj43FJ+J9f/vRRRk6XH+jrepdg3NmpdFW7PFE4e+DmcNcs2iNYBOQoBNs+2h1IpDKBCTopLL1tXcRCCgBZefExzA1+Kb6NPQ2efY19GyZOdydWOUNBkM8xYilIZ6gw6DkAjT9fBr9P954CBkhviOxKa7wBCc2rPUfr9zaTgpRprH2bnPRbwe9ViBOeMEry1bewLfez0JAYODIE4YYHG42Zq47lYYNb70gnmt5+Z0KV+5BAYF/ODxBZz0EdhSp/MdQMyPj8LPycQpNZrOQ1J6gQ8FrrV3/tS3QyJQZQv5eFwxkmbHEYNFfStPaft/CiVBsaEwhYB/0ufGuZ1nb1TgphwID18+9sT/MbQ+Wuqwa/0lOPHHnmtsaT2di3yFmInBEQ9Dh829FY2I2UX4eGSPsgeMN7vGECxH4wy7xEnRYFrPunv8iqyXD9U7yhC2uk71y2BTb73uRCDrMWGJDZzaX9gtmPOWNmVQsPdxus0axLFTQoT+svtO/7lSiaVfDb5uOvea6KFIyI4qCglfOF4mgwzlY4ngrSn+evG2IE/6ahRv8jo2lKWR4YimzYCji8Dhzr+8M5+DJYLdhHpb8eD2GWvNJliDtedx8d0IcGyB7gyVUzHrbCyVXlzWVXJHZBqPmuUy1mRBBmOXCwff1dQhC7LFE//QEHe575IHz3PvyJEoh/SVgnL8EPXZY5sayTJZx8h3m58z7EDb8GVbc49QHS9waN0Pmn2cTZgVxHXz3OPjZ8zCaJ1+MRuU744Q1T9Ch0Mnm5SzX9Eq/eO09OLGNP6ev83OCgw2394BYysbTxx2Q3pxhyIbvbGg8Bb2r/E2R6SsUw3jKmycAUQTn+zgZzZz9JVc80YpNl/ksv60uvBH+9miZvf8Y3vWmflDx+eTXUzpLQKJOZ8npPhEQgVgSiFjQUblVLM2huUVABEhA2Tnx8wP2Kzkdog57ibAEgtkJDLp4HC+zShjQfPvyiGYhheUqbIy8BMQWnrjDfzKY4zfk01GixWbDbHYabrBnBb8V3x8nxLDHCYPjPyAI3YUAh0HeEwgEvZIjnrDDchce8bzpumgqivQHHtHM49ara8weuSW3ubGrE3TQn4flDwzudt6qH05s6umOsGbGUQUECjYn9XrZtCfocA8s+bodAssY9Pxg/wtmMzGQpgDA3hmP3jp48bKgkM3z+tPBjCfbsPyGgXYdgj+eqjQBJxWxPOly9A+h0MMsHF7L08NOPzLLNeklDzZQ5YlCzHo4EycNeQ2soyHocLmfYy0U9xhk82h0PpcZBa/CP2aimTHLTj5Do1cvOG/vlKuuZuhwPWw4zWOseWQ1TwaiMPcvxBz2z3GNbW/O7VSGzksoqxl3WT56N2W448SzkPFSBKGGpTNsDk4hjT2lPPEg9NhyNrxlNg9PNmKPJtqBpxuxn9KPKL1h/ygvCysSQYfP4ztE2zO7h32ZlsZJSxRNmCHCvjYs2zqu6ZhznkzHkh8evb3Oaji2HNkhFLuuhyg3D/1cZkNw5d7aGhRsWeq0Mk4bY+Np3s9TxR56rsyJqhS8uAYKVBwU/LgGlmIx840liPRnNvDm0eR8V797ZUTz46Yj24Xlmjxunf14eLw7e9k8/0YFfLzGiV5eA2qensWT3XaAkHYo7J2Ld4zHoPMdo9+z8TNPOuPgGvjZwX3vhPebrL5FOdVDOAmMogxP1PIEHfrPcRcsdJlF/CygmEPhiL2c2DD7xguynVjLMkiujadZfftTjeOxJpoXM2tqzhfVLrPsT9j4PjSk9rL4mHHGbChmX9E/KXyyITXLCv+LPkgUXSlYc4/MBnrrQ5xoB9utTVtBuKWt2ECZQs8bDyw60S/c56Z+370EJOh0L389XQREoHUCEnTkGSIgAoEioOyc+JqDYgEzYibhtCUeYcxvyPkzNqOl6HHfk6X28dPDm4NnfgvNb6YZVP3+F/qPIFCrQ6YJhRI2D+Zx0K321wnZFoNdBkQ8LYqBE3ulFJc22JrITDgNopAXSPI2Bsz8hpynRbE0gf0qXPYMgi42afW+Zee1FHRGo/RlGgLGKfeXuoav/FacARSDV5ZesLzDa9ocTtBxx1/j9KdHkAFQA/EoM6OHEze4Rx6xvDuO5g43GJR/h0BxEoLi2RANWPJFEYws2YuFRx/zKHMO/vwd9Bi6GXx/gkDA46SrcRoZA1zyPQaBrHd6Dq+PlqDDcq83kbnC5sVs+Mz9MYOLogIzJK7FST1vQiSIl6BDe7Hcj77ZB7E8y1nIfSU0lmWJi79HTCQZOqXINuFx2GwyzCwvCjIsW2LmC9lSqPFGa8eW0x+YQfXoC2VOWKJYyL4pDNzHUTiAgOiNSAUd2v599NDhu/U1jstmthsbZLPn027wM/qbdwIZRR6+ExR10gew/Mxc5gtPrCKfcCev0ZenPVrq3nsyYDkXeeyC9fNo7+der3BzvQ6xgYOlQtw3BR8OCrAUSOj/7E9DMYPCrzcocLD8iOJJKdY1EP15ysFuIIQgijGjcfS5l23Hzxue2EWhjM9mLx9+FjCLh311WHbnibsUQHj0+SsQGjkneydR1KFwxOw1ilueoENh+lxk0rwDEZrPrcP+svD+slfW8xCrS/BOjdyo8XQ72vI77INCDXt8sR8RmzXR31k2xoye69E43RN0eAIXRccvIITSd8hz+NCezi/vw5559Dqz8S7A8fbsseNshUbWGT5bLU9b4fNryw3UQyfcZ2iQfi9RJ0jW0FpEQARIIGJBR/1z5DgiIAKxJKDsnFjSbX1uBjrsufLX3ForxD+XGpHmSlrScGgSv7lmcOPv6MHAjz9n0M3MFwYpyy3Vyx3fG9r3pb3dsHSCz2X5B+djAMkgjgGqv4Esgy0GiAzmWIbBE4GW5hqH9FysTwiD4vzCOhcMM2Bj4MUjkYdiPywZ4Rr9JVIUWyhmsO+I/5n+dfvXyXKxJZGVxCwOZkD4j1xvb6/cA4UDru3XP+tcrxIG58xcCG1+zDVx7Tw5h2VszE7h6UUMHEP5cu28ngF5aNcVCkYc7Z045l+zZ1cy44lg9AHuk2Ib7USmHqO2uJEVT5AK5cLgvx43kbNXSuQ9u611OpsjwOeR4px3qeGN/hHao6mt+7n7WtxHMH4GnIu+xH41nJ++sTQEGdrTf2w25yVTrjnUH3g//ZbZPfQrCjqhvsV72uJBf+D8nqjhze/Znn1WaHvamydwUVjwlw96fYDc+4NTmMiKa6DNuI5Qxq35JtdGYfQ3CLNcy7J4DoVFzvUjhFE+z98gmNezHO43ZKZRwGAjaYqTFGT4h83J/cN7F9mbiSWKbXHmPfQ97oW+l4fToobjHWN2VBYF3JbTOnGJnzt/YB30zRWaTouioEX7+Uu8+M6xl9KfaABN4YqfMezdw5/xs4T3ct8c3jvK3zH7jn7G37FpNtdPMcj/rvJ5/AyknViGxmvJjH5Fm6yyQm+XwejZij7DE7OqnK0afbmjtor/3wp6YnsEdNKv/EMERCBIBCIWdPQhFiTzaS0ikFwElJ2TXPbUbkRABERABEQg2QgoSyfZLKr9iEBiE4hI0FH/nMQ2tlYvAkEnoOycoFtI6xMBERABERABEdAX3PIBERCBoBCISNBRuVVQzKZ1iEDyEVB2TvLZVDsSAREQAREQgWQkoCydZLSq9iQCiUlAgk5i2k2rFoGkI6DsnKQzqTYkAiIgAiIgAklLQFk6SWtabUwEEopAhwUdlVsllF21WBFIKALKzkkoc2mxIiACIiACIpDyBJSlk/IuIAAiEAgCEnQCYQYtQgRSm4Cyc1Lb/tq9CIiACIiACCQiAWXpJKLVtGYRSC4CHRZ01D8nuQyv3YhAUAgoOycoltA6REAEREAEREAEIiGgLJ1IaOlaERCBWBDosKAjBToW+DWnCIiAsnPkA8lMoKHB7N1Pq2xYbi9befm0mG+VzyuvqLc+fXpY77QeMX9eUB5QXtlgPbHdfn1TZ89BYa91iEAqE5Cgk8rW195FIBgEOiToqH9OMIylVYhAshFQdk6yWVT7CSVQW9tgm+47zzZbv6/dctGgmAP68PMq23dsnh26d7pddWa29UgBfSO/sN7W3WOujdywr824Nsd6906BTcfck/QAERCBjhKQqNNRUrpOBEQgFgQ6JOio3CoW6DWnCIiAsnPkA8lOIN6CzpsfVNqpVxTYTlv2t4nnJo+gU1hcb6++W2kbr9PHllmiZabTr3/W2t4n5tk6q/e2O67Msb4SdDr1Wv30W6298X6lHbFvuvVFhpeGCIhAxwhI0OkYJ10lAiIQGwIdEnRUbhUb+JpVBFKZgLJzUtn6qbP3eAs65RUN9snX1bbskr3wJ/YlXvGyJDOPDjp9od19ba5ttXHfxR77HsraBg3saav9X++UyEqKBfdLbi6yqQ+W2P/eWsIy03vG4hGaUwSSloBEnaQ1rTYmAoEnEFbQUblV4G2oBYpAQhJQdk7wzMb+KyWl9VZS1mA52T2tf7+2v6XntQsL6q2mrsGGDOppaWH6tVDYWFjYYA24cfiQXs2b5zylZfVWWFJv2Zk9LTOjc4FkLdaRl19vvXr1QGDfw9Lwz7ZGZVWDFaBMh6U5uVh7uLKkujqzPOy1vh57zWl/r9U1Dfbv/Do35xLDIKhgg9Esuaqrx1qwz3rMSxt1JhulvLLeiooabGBWDxvQv2O8Pb6086CsnuDctv+SL8ug2MdnMPiGG5ybvgS8bfrSB59V2YGnLbR7r2td0An7DPjfAnCjzSn89Aq/rHBTut/Tf5k9xB4+nHdAO++Md30R3rEqMBqc06vFOuph2wX5ddYHa8wG4/b8kn5GZmTMa8Ptx7uePYbamvuiG4vs9ocg6MxuX9CpwF655/79e9hAvK/h3p8OgezARZ4P8nl8b9t6x2mTsvJ6K8AaKUxxvxoiEGsCEnRiTVjzi4AItEUgrKCjcivowHv1AAAgAElEQVQ5jwiIQLQJKDsn2kQ7P9+HX1TZoWcstDlPDrcLri+0596osOpqQ1BpdvR+GXbKEZmWC+HAG7W1Zo++UGYTphQ7kQMhrQvqzjk+y44ak9Ei0L/zkVKb+kApsipy7PQrC+27n2rMEIz9/PoIy4J48/3PNXYxsgLe/aTKKJr0hv6x+3b9bcL4bCecdGSUQAya/liZ3XJPCYI4CEb4HzNTLj9toO08sr/19E1DIWTClCKb+WK51WAfvHYExKXLcO2e2w1osfZrbi+2Z16tsGvOzrYLbyy0//5a60SUpYen2RXjG+f2ixq1WP+Lb1XYZbcW2Z//NAo6q63Y2y45JcvOvLrQttigZQ+dNXb+15bDOp+5cwgC00U7ZdkL7bHRf/rYrZcs6rnDgPy51yvsqtuK3fwcFEtOOyrTjtwnvblvzP/+qLXRJ+XZuMMynP04GAhvf+gCOwLX/fZXLYL2UvBusAtPHminHJ7ZbkBeDPGB10++r9Qo1FCQW2GZNLvyjGzbdtN+LfjOX1iH/RfbU6+UG/2EfJcY2gu8sm23bcDLZwtyevujKjv3xCy75KYi+xnr5txkwrm337xx7l9QTrXx3nOdcELBgz/zBIStN+5nD92c6wSQzcbMsy3RQ+dq9A3ybL7dIfPtP6v2trVX6+O4FRbVuzWtg3+fBLarIptnkV832Mrb/2tnH5dlxx+Y0YLJOx9X2f6n5NmLM4bi3sZ7uBb+/NJbiuybn6rh1j2cAHo4GF8Mrmm+5Khv/ltj+52cZ+/NHGbjryywl96udDbhe0M2o3fqb4/PKnfsKJTwHdlsvT42+dIcW2p4S+UsH3uYfF+J3fFwqVXjdSLl1eFn1503yDZYq49rDO2NLfefZ3vvOMDt5cYZxRCRGm2y2Xp9beplObZk09xPvlxux12Qbw14NEU1v1+PPSTTvR8ccxfU2RWTi91aeR2NsuHafe3687I7nBnFLKB7niizn98c0aJp97y8Ojvl8gIn0jx4U27zHnY5aoETyQ4fnd74bv1b5/aw0nLY8znZtjneK//4a26dXXxTob3yTqXjQ1/YZtO+diU40281RCCWBFTREEu6mlsERKAtAhJ05BsiIAJxJ6DsnLgjb/OBFHRGo/8Ig2MG1DtBqMgY0MPeR0bErNmVtuvW/eyK07ORydHDBdUMJCmeMCjcZpO+ToihCMTg/MozB9oxEBG8gJuCzvkQiTb6T19kq/Sy9dboYxUQBc44OtNlsYwZl+dOJRq1fX9bEr9nqdDjsypcMHv3xNyw3/yXobzoWggvj79Ubttt1s+JJsweYDD3BnrJXIuA7zA0B+Z6GAiecVWBfQcRiUHuuui3UgoBaBZEmE++qbazj81ywTjFAQ4KOjffXWJrrdLb1lipt2tqXIRg+6lXKpz48MANubbR2n2aufLnZ11T4MQCihcDM3vYh59X2xffV9vXPyKg321Ai6bIkQo69yIIvhpr2hBCz84j+7lMJAoKs2ZX2LH7Z9jZENQomLQl6GwOwYMixEAIaRRispFNsjn2tDYEj7YGxZwrIdzRvjtu0c82hc1Z0sVnvvVhld18UbYduEcj39//rnW9e37+vdb23XmAE1KY6fXCmxX21Q81du4JWXbwngOahScG53fCl1YHWzKmP1EgpBj021919tikXCfEUOC498kyN//Dz5U7jiss3RiYs5fOnhAAKUC0Juhsc9B8+3terbtu5EZ9nR3Jh/5SUtpgbzw01IYPbhRMmEEWiaBDEfI07Jdz74E1UMyZPafSiW4H7pluE+F73ntAQWf3Yxa4U86YMbIL3ilmVpHNZ99W2/oQYn7HnllKtu7qfeyPf2rtkefLnbDz0j1DbXCToEp7UPQh/5227OcEHM+HP/qq2qZdleN8zxvMDCtFpspQnLBGn1luqTQnolLQ7Iv37qW7MTdEwR9/rbGX8K7zveHnAcVZr4cO31kKZX9DKDnz6gKIVzWOOVnSXk9D9KQYMw29i/iOhBudEXQoBK+0XJrbL9+5v+fV2ZMvV7jPkOemDXG/4yjD6W57HJMHIafBRu3Q31ZcNs2+xb2PguUqK/R2QpF6A4WzkH7fFQLK0ukKPd0rAiLQWQLtCjoqt+osVt0nAiLQHoHpF80SoIAQYAC39wl5rtns7VfkNJdDVVU3OOFm2qOl9tBNg52QwG/lH3y6zOYhE2PcYZnNwdE/CKwoGGyCOSjEeEdHU9A559pCO2SvdIhCA1uUPvyGAH0Ksj4OQpC/DoJYBr8UaC68odAFs9+/MiJsqcTn31XbQSjD4bf34yESeWIMMwlOxbf9GyF74HRksHDuux8vtauRpcFMBgpIXrDNIJnX/gHBh/v3gkNP0Dnx4Aw745gsJ3JR0PoAvVx4PQWIWy5uzKDhMeGb7DMP2RRpNvmyQc2CA8twbnugBNkRJbbvLp0XdJiFtBmC843X6YuTqwa6AJ2DYgfXyQCWAgLLodoSdHh/DTIWpl4+yAkzHRkU9Y4+J9+OQ8YKM3m8zA3a+6SL8p2INhZ+QAnstgdLXRbIrWCyy1Yt+Y69pMCVEpEvRQUOCjoUBznvOPxJbxIM34ZIRaFkW2RV3HD+ogylcCVX7Qk6zIKhyMT1U9R66LkyO/uaQme/MbALR6SCDnv2UAA5BmLa0iMa7VGA7JmD0efn+19q7OsXR1hGeqM46Bd07kHJGLOWOIpQZrjLkQucWHUZ3g+KoRz0s/sgYp0BAeVBvHsUbzg++rLaDj9rocsgGntoRnOGC7OuDjh1oSv5emrqYOvXVPZFQYelRzxdbRuIeBwUYKfAJynU3QdR0pubv2uv5IpiGm02Adlp+4Cl9/5wrwcge2nLDfvZjRcMcpl97Y3OCjpnHZvpWPOzhZ9DL79dgWynQrcWromD7wMz/mhrirvMzqnG59jN+ByjOPvJ08OdsKwhArEkoCydWNLV3CIgAq0RaFfQUbmVnEYERCDaBPYc+bON2uqnaE+r+TpJwBN0brs8x/bacdG3+5zuU2SuMBhnSQhLUTiYAcPh76/DXh67Hb3Ahg3p6XqceD0rPEGH36IzwPIP168HQkU6erh4QgFLeq67sxgBZ6l98MQwW74p+G9raxQRZswstdsn5Nj6ay7KluH1FHUyBvR0QTXLi06bUOjEjkcnDXbijH8wu+iQ8ejPcn0Oso4aA18KJdMfK7VHbx1s6/nmZlnR8ShPYTnHC9OHuGuZgcPynnOQhTK+SUDy5v8ZJVR7n7jAtoX44T+2PJIMHdroQATszDjab9dGAcIb7FVDfsy84WhP0NkEghCzqDra8PYmBMGPvVDuMj/WXLllpM7siCyUDKWDJcUQ+gmZz5wyuFlY89ZI4ePY8/PtkVtzbdN1G/2A4gAzRZg1wUwcb3COoyAisWTpWZSjeaOzgk5WRg+IbDnNogvnY1nbjofPd7aimMQRqaBTgz1XoTSRmWtemRP9mRxee6/SPn1muI1oEm48QYelSRT2/OOEC/OdADT9mlyXUeINrnGTfebajRC1mDnGMeneEohR5XYH/J0ZUP5x/V3Fdv9TZTYLZWGeaEFBZ01k0lyL085yIPZ4g/667cHzkGE1yA4e1Tg3R1uCDkWwc68rdMLUfXi/B4eUQ1K0/fKHanv45sFOVGpvdEbQoVB298QcV9blDWbcHXBqnhPHZk4e3PxzimTpeO+9MsYaiJ0zHkeJ6OQim4WMpFA/bnex+qUIdIKAsnQ6AU23iIAIdImABJ0u4dPNIiACkRJQdk6kxGJ7vSfozH54KEpCWgaJzBw48eICJ6xMQeYJB4M7Bq7PowyHgfoX39e47Atm9GyBkot7rs91TXM5PEHnyxeGL3bUNH9PAecziEZPoWzj4y+rXL8U/oz9VxgQh+t5cR6CzC++q3FZMf/XTn8MBt+HoS9N7qBeyPrIXqzs4gcE1Hscu8AJJqN3agy4KegwS+L1B4Y2B+b8ORutUtBhNsAr9w5117K8i5kZZOTd71mN+9kCvUxY3tRhQQfiEktLvB46T6MM6fzri2za1TlunvZGe4LOqO0H2JnIdOho2QlL1FhCNemSHNiv7cwGZggxU4rXXHfuoMUaJn+BTKp9x+bZpEsbs3c4KOg8i/IkimJe2RN/ToHqiLMXumyiWXd3XdBZGmtivxxP8OIzWD605QHzIOZk2OlHNgqVkQo6FCRZfvb2x5VuH59/W2N//Qv/xXvATDF/Nogn6Dx/15DFBAWWqVGcmIw1+rNH+LN1dv/X8TxqTKPocjaEE4qMrTUDpsw6LLenK0HysqAo6LAs8iL09PELsDzmfUP0JboJGTWHoiTRG20JOszqOfq8ha6crK1nswSLYunQML2vOiPo8LPlMQirfiGJDa73HbvACUhP377IT+iL30J4ehIlkBQB2fvKfaZA1J398DBX3qchArEmoCydWBPW/CIgAn4CbQo6KreSo4iACESbgJohR5to1+fzBJ2XEDz7MyU48y8I5k+6ON/WQHYGyykYxL7+fiWajha5sodV0BOEjX/Zn2IiMmsYzLUm6Hw9a8RizV2Z1XMRmpeyFwl7oqyKeVbDPJ+ipwizQt5HA9lwgg6DQ5YFTUEGBvuTtDUYrB+JrA+WazC490rCvOvZZ4M9TliCw/4gHE7QQcbDmw8OtWFNfVb489YEnXcQ1I85eaHddOEg9JRpmYHBki72ctkCfUhaFXTuQFNk39LZ44RlNcym8QQd9lo546pClCwNsq2bMoja2mt7gs5e6B105jGLStPCeQ8FM/a/oWDWXrYUsyDYyJmnbt0K8cff5JnP+BS9kfaBoMNMnx3Qi4eDgg4FghdnDGkuIePPoy3o8Ph22tx/elp7gs5Z6KV0wkEtmyIz4+awMxe2aIrMrBq+B78g64uZNcweYZNlNhhmOVZrgg4FKn+WCfdLQecviDdcYzhB5yI87wn0/2GfnNZOD2PmFTNu2L+Jg4IOy+IuHJvVwuc7I+iciBK7zyDM7Y5nt3b6HZuL74vssXCnfHmCzk9vjGiRyfUP+uKwKTLFxtCmyBRpHoNY5G/O3pqgw+xB51cQm+mvtMdq/5dmv6OJOEsuX5w+VIJOuJdev48KAWXpRAWjJhEBEeggAQk6HQSly0RABLpOQM2Qu84w2jN4gg6DvrGHNpafeIOlSGMvybdTcdIV+1cwsGKmy0JkUTCbheUcPDbZCx4jEXTYm+f6aSWux83+uw9ozuq5YXqJK7vqiKDDXjuXT8JRyyhBGQnBJHTtzMwZiWbPLIlhb5635qCJMIJqHo/uH2ySe97EQmN/Ey8DJhJB51f0MNlwr7l23AEZdjkaSPsFDfY9oRiwE5rS+gWd9fac607yemLqkBYlYK9CPDj1sgJ3ypMn6FA82OGw+XbxuIGuAbL/mOgvIbiwhwqbFjPQjqagw9OIbkApz4xrc10PJf9488NK96/snUIPYEPoOdjra/f9P3tnAR1VsoThPy7EkODu7izurrvYIos7WXi4u9vi7u6uwd3d3T1IAnHPq7phkkkIJJmJzlSfwztL5rZ91Xd4/ack5U8X/vW7PchOrkpFKlVonKaCDtuoEiUPDt9+lUMnyoIOeXDkrflREXM4r4+6DWdSDqRpS13DCDosrnByYvZ+UbHnNXUe4oz9nGhbLV+LykNHW0Fnwx4PTFzgisWUgDi8pxZ7sYT3vNJY0DlJZcspnE7VWMjlKmF7jnoq5zV85S3OU6P6Hojs+2kchT4tpdxatynHkHo5cWbUncTjjGmMNRZ0TtKZbDvAGZz3ir2a7KksPL8rnP9n4BQXEXQiM458HmMERNCJMZQykBAQAlEg8EtBR/LnRIGePCIEhECUCYh3TpRRxemDKkGH832spXAp9sbhxhWKBtIlnUWQAxQWk4W8aPg34JwrJz+FLXDyW2582WMPko6DnZXEypxDR5VHQxVyFZGHDpdvZu+cBZS7h6vXcGNhos94F5wiIenyztRhcopEBIXFi78pIStXlmLvGk6sy42T9nKZaC7LzEll+XLOVagGk2jDSZhZGFGJIpyzhat8sXcE70nlJREdQYfDOTi5LXvjzBmZTOHAjXN/sBfHpn0eaEmeE+qCDufs4Usse92U+pFXhr0OhpJXzM4jnmhJ1aNUgg57GFVr81kRSniNqsTNPD6XROeQprNbUsW4oMOeS+x5w8muma8JJV3mxh4uf3alc0BnZRnlfmG+XEmIy7u3a2KFoVSKXMWXc+00JL7shTVzuF2It1N0BZ0rVMWJ1zKExuYk2Bzu5EMCoyq8T1tBh8OKOK8Oe2NxaJjKG4TZdqL8P+xBol62nNfC9lYv/81V2jgnDj97mQQdlfARU4IO59VpQXljOIk4579R5YJiMWcAJXlmQXVId9uQkLfoCjqcNJzzJh1ZHeytx/mi+F1mux85660kq+aKXuMpybTKq4y/E3rTO/sHCX7tyfaqkvG/+hJbRiFjw6dThTMSpRpQcnJuLBSzUMU5sVjI1NRDh6uh8Tgc+sjjcONKXByqtpveqePrUtG+JOQqTv+B0ePJRNTRY+PL1oVAHBP4paAj8Z9xbAmZTgjoOAHxzkmYBlYJOlzK+u5j3+CS1pQDh/PjvKGcIIO7kVdI8yTKpY6Fi76UXHiro6dSFpgTkt6gECm+sKamkAsOo+LEyr3bWythNL8TdDjvDF+K81KoFZdF5r7H6TfspjQPCzIcVtKQxlIvwxyeoD9dwtdR1a1x5KWTjMov16aS65wv4zBdPjk56qbZKULEFRYAWHBgrx7O98Elor+5BmEHeedYU+LcqZSrRL3iT3QEHV7Xw+d+ijDEAheXiGZBgIUp5uZMwguLPOqCDocycZgXhynx5ZMvwuxhwKINCyZ1KlmECDo8PttJSRZM4gkzMaE8LexBxSIYV67i57nFpIcOezgt3+KBKYspnI7ys3BJe+bIFYa4IhmHwajEOP47V47ikCC+NFcgz52v3wLo715KeNA0SgjMZ0vVoivo8D45JIdzLtWiPDwcNlSAEgNzomHO66KtoMN246pbYylkh8P/uMw5h0Jx+FRBEjDPkPioLujw2R49+7uSN6oIlfZ+/NIPl6hMvS29O0/pv7mcexsSnphPTAk6nFtq9Q53TCDRghNSc/gae+WcvuythH4Nc7CFQ6vgSlncoivoHCDPop7kHcZnlnM4cRU59kDiRNz8XrFYsoJClzKQFw17STGzQ/Q9wWdi0gDbn/JHRfSN95bzF1FOKT7HvH7ObcSMWUBmTzoOk9JU0HlE7yAnJ8+UzlgJNWOxiT3egmih/K6zTWtXNCdRNzRvUML8VpZV6QIBEXR0wYqyByGQOAhEKOhI/pzEYTxZpRBITAQkGXLCtJZK0Dm6NiXO0aWVRQgPKsPNYUksHPAfruSjapyslUUUFnL4wp82lTGaU8gUewtwHh2Ov5kyMKmSIJdFC/be+ZcumTbhwpzYI2I3hXDsP+FNYk6AImRwfhiuhrWMwrH4As8CAofA/K7xb/c5rw974HwmjwJDuhVy7p02lOw1fAJUvnhyZSUWk1jwMSIhgNfJeUdUwoRqrsuUpJnDpdpRhSEryk2iat50SeQkuHzB5Qu7qvHllr051lF40Ys3tDniwPk72JuE98g82/9Ibqvqc5zWvYnyBTl9CVAu0SxuNaYqSDspDwuXwu74o4w1Px9AyahZzGBBisUMvqQy+ya1LUicCg4r48ZeOxvpmVJ0IVdV5+JE1sw0T3ZjKrdu/lPS4t/xZe8PFvd2U+JqFmiYGSegZi6cP0m9sajD3kinyKvL9QdfDnnisvVFSfRQb1z+/TYl1G71l6VSlUjV+BK+k5JA835bUz9V45xNfPFfQ2FgKs+RhpTAmj1GeO8cwpeZLvIsjqm8g1ZSdSM7yidTh86wejiSG3nWLKPqaBVJdFKvYMYeNyxAsTeKO5X75pw0ZUiwaUji5SgSb4Y52IQkHObzs42EzZMXaa/Uj4U5fleYyWTydOHkyFyGnEPtXtM7s93Rg/ZqpYTZqTfHk3QW3YMFTPXqYzw+e6zwz9XPMdtDdd6/UDJyA9psqhSGireLKuG0anxmwp5RFUnI4JL2qsYJvVm8ql/FAnlJ3FQ1Fkg5EfhBEuw4LxILN13p/WMBlJvKNnwevrF9CTx7wbHgE76K3e/OFAtFK7Z6KEmkDWiMjHTW/65rqSQz5jPEgrCqraXvmkBaV1P6XD0/D39Hbd7nRd8bUMQzVWOBiUVaPiP8TrH3G9uA33t+P/k9H04ilTQhEBcE5JfjcUFZ5hACQiBCQUfCreRgCAEhEJMEpFR5TNKM2bFUgg7nrOHqOCx6eJFYYU3lvn9XDYnLdnM5cH5GFWbBP2Nhwyzs3f23C2Zhh0UZ9rIw+XG35Ms85+VQHzuyXfO8LLLwZZ77qeeZCd9XNT4/Ez5BcmTzRPY5r8OH1sGCTmTr4LF4/xw6xKJEVNaijE9sgjmHso9sXdp+ruLLtuYqTvHFV+FF+2cPJZNf58HWart8jjnMjQUB1Zn81YB+5DXD4gfnkFHl3WFhhPtHxf6aLjTkvNMAppTsWyXoaTqeer+I3m31z1kgZBtE5V371XrUx4jKuY/OvlRjs/ho+uM7RfWzuHxnorNmeVY3CYiXjm7aVXYlBBIagQgFHVGUE5qZZD1CIHETkHCrhGs/dUGH8+RIEwJCQAgIASEgBGKGgNypYoajjCIEhMCvCfwk6Ei4lRwXISAEYpKAJEOOSZoxP5YIOjHPVEYUAkJACAgBIcAExEtHzoEQEAKxTeAnQUfCrWIbuYwvBPSLgHjnJGx7c+WcqZT0dkJ/WyWRsTQhIASEgBAQAkIgZgiIoBMzHGUUISAEfk1ABB05HUJACMQaAfHOiTW0MTow55eIrNxwjE4ogwkBISAEhIAQ0BMCEnalJ4aWbQqBeCIQRtCRcKt4soJMKwR0lIAkQ9ZRw8q2hIAQEAJCQAgIgSgREC+dKGGSh4SAENCQQBhBR8KtNKQo3YSAEIiQgIRbycEQAkJACAgBISAE9J2AeOno+wmQ/QuB2CMggk7ssZWRhYBeE5BwK702f4xsnksz/648doxMkoAG4fLXXO6cy2VLEwJCQAgIAd0hIF46umNL2YkQSGgEQgQdCbdKaKaR9QiBxE1AvHMSt/3ie/WnL/vg7DUftP7LEhnS6H459YAAoPc4F+TMaoyebazjG3+Y+aMrrAWSLmUomlSCsqEsRggIgfglIIJO/PKX2YWALhMIEXTki0aXzSx7EwJxT2D5CMe4n1Rm1AkCAZSkuf9EF6ze4YGFY5OiWb0kcbIvTg79/lMA0qUyinPPIH//IJRv9gnFC5hi7uiksbpfFmhu3vfF+Rs+yEhiWf2qFhHOd+W2Lzbv98Srd/4wogJoxfKbomX9JEiXOuJqaCzCbT/kiXcfA2BiApQrZoYmtS2RKkX0q6c9f+OP/Se8kDGtMaqXM4OluWGsMpHBhYAQEAKxTUDCrmKbsIwvBPSTQIigI/lz9PMAyK6FQGwQkHCr2KCqX2MeP++NHYe9MKKHjUaCgCa0mvz7Ba/e++P0xlSwMI9bF5O4FHTefAhA+4FfceuBLyqVMsfWeSl+wrXlgCd6jHZBEgsDFMpjgm+uQbjzyFcRnOaNToYcmcN6Ta3Y6o7BU7/DzsYABXKbwulzAB4+90O1suaYMTQp0pJIFp32v7EuWLfLA9kzGSvz/VHINDrd5VkhIASEQIIjIL88T3AmkQUJAZ0goAg6Em6lE7aUTQiBBENAwq0SjCmitRD23FCFy0SWuyY6z/IiInte9blRFB0xIhsv/Maj8nyt9p9IiAjE+W2/F3SiMlZk4Jmzjw/9DzVzMwMEBETuocMeRNyDS8xrKjf5Up6eYf99x6MXfnD6EqCEs22bH1bQuffED636fIVVEgOsnJIc2X+IN3uPeaH3eBc0q2uJ4f/awpLEHm5X7/iiUffPKJI32LuIvWq4sYfVqFnf0audNf5Hf6Jq29fvA1Cv0yeUKGhGY/ugW0trdG5uBeNINCG2C/9hPuEbs+MW0WcR2Up5nrYXldCx6I7NHmj8foUfOzrnKuQs0DiRvauRnUX5XAgIgbghIPetuOEsswgBfSMggo6+WVz2KwRimYB458Qy4FgY3ss7CMfII+bOIz/yxAhEEkvysshlgoolzZHMNuzt2Pl7II6c9cYj8r5wcw+CjTV5cJBHRoU/zMg7I/RZvpxu2OOBgvSZm3sgTl/xgQuNXauCOSqTV4iPb5ASzsN/v3bXVxEFPDyDlIt7tozGivfIGerTtnESWCcJHdfTKwgnL3nT57RWt0AKxTFAvhwmFJZjDlvr0OdYuFi3yxM1afyHz/zA4UMutHYbK0MUzW+CKqXNYWZqoAgAZ6/6KJ+v2u4ON48gEhCsQhITN6hqToIGxQ9Rc/MIxOEz3rj/1A/u9Jw1jVWMxipfwhxWxCwqjed7+dYfR4n3Cwor4pYrqwkqlTRDs/99RYkIQq5ek9fQsfM+eP7aH7yvNCmNUKGEGXnCmEQrgTLPvWanB2aucMPgrjZYSx4w7IkUXtDhz/9b6orNc1OgXHGzkG2xzUbP/g7HU97YvTgFMqUzVvgN/e8blm/1wIHl9ooHj6rxWRo05RtuUHjXqWh4PS3f4o6xc12xYVZybNzrifdOAVg2OdlPZ5HXs363B+pWtsDdx364dNNXsRGHePF5ZIGJw8WOX/DB01d+JCgZEGtj1KpogRRJw55r9gZiO9hYGeDoOW+85bAxSk6dI4sx6lSyQHK7sM+zKPOIztUpCjNj+7CowkIWnyv2XlIXWTbt84Qdnc3MGYyUd+cteUjlpHHbNbFSRC4+0/x+cBgcvyN8pvNmDz7T4d8p3s/JSz548tKPREAgZXIjlCxsirIU3iZNCAiBhE9Awq4Svo1khUIgsRFQBB0Jt0psZpP1CoGES0C8cxKubSJaGYsoo+iSfuCklyIU5KTLKL+/jqsAACAASURBVF9mWQRpXMsS/TvbhFx++YLefaSzIvzkzGJC+VeM8ILEiScv/FG/mgVG9rRVQnS48YW3QjMnZE5vrFyqWTzhy2krSnLcsIYlXEnkqdD8E2rQpZXnTk9j8TPTBtspY/Olntd1aUdqJacNNw+6+M5a6aaE4rDQlDubCT6Sl8ljEpdqlLfAmN62IWt1p4t96aZOqPSHOV26vSl0xwTJ6RLP4pE3CVjd/7FCjx/Jh9mTZPtBT9x+6KcIJkXymYZ4kwx1sEHpImaKeDR02jdFWOG1ZqF9sTDzjsSG1n8lQc+2VmGEp1+dAg536jbcWelbmAQHZsLiGI95joSlWhUswuTQ+UA5fToNdcYrep73y3tgMYsFg9G9bFGzvHmUD9wFypnTcZAzOjazwt91LNF1mLPiZaMu6LBI0GOMsyKOXNmZWsmdo2os3uyjvDYOI5xJbElBQpYZWAxs1fcrnRl/8myi59V0D/ZCYjuOJi8dFnRUnj6/WzCLbn0nuID3vXeZPXZR2B0LRhtnpwgjFvEYfIbKNHFShI8TF32U8CwW7C7d9IEdnY/2JAayUPKYzmchEr8+uwQqIgyHby2dmAzGatXEyv0dfFZZfPShM5AtowkJL/4UNuaviJvzxiRFarVcQHyOBkz6hi8uARSSZqp4/tyl94JFRfZSYpFR1Wq2+wR3es/SU+4hzi/EOYhykEg4ro+twm/eGjesojPIfVnI+fQ1OFytCgmf4/vZwT5ZMFR+jwZP/aac0+IFTZX3hYVPPz9gLI1Vr0rEuZCifEDkQSEgBGKdgIRdxTpimUAI6B0Bg4u7CiqCjjQhIASEQEwQEEEnJijG3RhLN7tjDAknHZpaYeT/bEPCQFZuc8fwGd8xfagdWjYITkrMVZi2kfAxsb8d/qGfsajgR8l8V27zwLh5/GxSNK9nqTzLgk6ZJh/JM8Jfeb4TiQgs9XAf/sOX8VKNnPDJOQAbSRyoUsZc+VwVEhORoMNJcnkNnMR36iA7epY8bKjPqh9rZfFFVSGKBZ2SjZ2UsKJ101OQ4BMsfHh4kpdQ+8/Kf+9YZI9UyQ0VLxP+U6fDJxKIAnFuS2jIlWq9fOmeuMBVCR1ikYvDZXjuyYtcsYwYLhqXTPEGiqxxnh4Wy2YMS4qqlF+G9/yZGAyc/A17j3spXNWTIjd2+KJ4BM0cnlQRLvh5TtzMHJ689MfNfamjFHLzhcQMFnA4tGvHQntlzvYDfxZ0WMxoTQIN72/TnJ9z61y47oMuNE7/TjaK95TLt0A07flF8U5ZMSXZT9vnMC0WaGaNSKp40kTWWEhiwatfJ2sS/5LgAbH6d6QLiV8mCjP1FnKGSABZN5NsTHy4schWqtFHxQusLHkYsW3Ya4cFJrbj1CWuWD8jOSqTN42qlSXxj+fq19EGg7vbhIS08XvAtmlP78d/Q+xCnq/W+pMi/nF+n/w5g8Wb2w99SfB0QSBNdHF7qF1Y0GEPsBaUUHpcX1vFW4cbn/XD5LHTk3IV8dmZQe8an2lu7EnF4s2ALja0puCqZ/xOTFvqpnAuVTjYI4fPQut+XxVh6AKFCkr4VWQnTD4XAvFPQLx04t8GsgIhoEsERNDRJWvKXoRAPBOQcKt4NkA0p/emHC6dyfvjMeVTObc1dZgcJRxSdPisF8rThdiewjq+uwWhTNOPipfIFrroq3tusJeMA11kv5K3AnticFMJOulSG9OFOqkSGqLeVJfxanQJnzPy56pO4QUdzhnCHjsHT3nh6NqUYcKreNz6nT8jGYXFLJuUTAmVUQk6HMo0f0xYoYET/o4gsWofeYCoJ/f9VQ4dvix3HOxMQgGF76xPFcYLhb0pmvb4QiFT5hhFHjO/y7nygYSG/LU/oAWJNjOH2VElqNAwLa4QxbZgUUIl6LCnVJF6HxRhYzqJGepj76BqUgNIaFg8PpmSePh3jYWNhevdseuIJ9bNSKF4irDQFZGgw2ei+f++kFeIEZYSy/CNQ+O6kuDSoUkS/NvamoShQDT59zOKklcTi07hG4eosfg0gry3WtQPFvt+1fzJO2jRejcs2+KBvUvtKb+PEXxp7YPJM2rXES9c3ZVasbGqhZwh2v+cUWHn5oTO7Pk1k7j9WT1USGJvqIbdv6BbCytFnFM1FnTYW2nJhGTIkiE04TMLfXy22MNm16IUikfVMwrfYu+yoZRHyIE8vdRFlOnL3TBp4Xec3ZxKeVe4saDz6WsgncOkKFM0NDSKBaYJ878rezu4MmWIJ45qTX91/UxrMsTqaXSm6axMX+aqhKCxsFWKwqxMyUOHG3vMZaU1c6ikNCEgBBI+AYmMSPg2khUKgcREwGBIn8ZKUmRpQkAICAFtCYh3jrYE47a/M3lXtOj9RQkZYY+X37WX7wJQrZUT+nSwVi7y6o0vvSwucCjU67NpYUqXT5WgU5U8b0b0sP2papTqMs5eQSqvHvUxwws6XAWqA4kqfCH/q7oliTZhV3uE8p4YGRlgx4IUSpJhlaAzkDwc2jYKW/b88i3ylqB971+eErkpp4qq/UrQYU7NSOTgcKQ6lcKKJ96+UIQDHmfpxORhhK7wPM+Td8tf3b5gGrFm7xb1xqFGNdp+UjwvVIIOh0jV7/RZ8czhkuHqjcWe3Ue9lITDvduHtUf4eTlHECcn5txAHEbHniG/EnRY/GnR66uSG2nV1OQ/HYnL5GnCnj48VlcSRb6S5w97HeUjL5V5EZRbP0j5djiR8njyTOES5r9rfCaa9fyqhCSxt5UqL9GBk94YOfM7hpDnDIfKqZrqDEUkFo0nj7F9J7wVEUWd3UeqvsWcm9dLosyhaizocKjdxP62StiWelu0wR2LN7pjz5JgkYlzCHUa8lXxOOIQRfX2iMK7dh72xGYSPfnsc2NBhwXJtdOTI7V9qLDpT95SXYe54DZVD+MzbRYapaX0O0a5fwLpmV2L7ZX3h+3I3jxJSdQqS8JQ5vRGSpgY56lShWXF7TeIzCYEhIAmBCTsShNq0kcICIFfETBo1KhzcJkNaUJACAgBLQksH+Go5QjSPS4JcBjO3xQuw4lch/8bermNaA3PKHSqOl2Ex1KeGvYYCd9GkmCwcJ0bXp5JS3l0DEMEnXp06R1ICXg534d6U13Gp1DOnPoR5P4IL+hwaBeHAnHuEq7MZBC+khH9S8a5TqaQWMJzqQQdzlPSqGZYIYHH4H1HVdBhL5S/yQvHibxxOM/QT43mrlTKDMMcyEPnN1W6Tlz0Ju+Xr4rIEF7cYM+YSi2pspNaUuRTlPy5EYVc8aVdPTmuMv+Pf7k5lC0yzxcWql6+DSDvENOQPD/sdcQJfY1Jj6hGwgPP0aM1iSVkJs6zw6Fw7DUSvp2ihLwsZkwbnBR/1bCg0LkgRewyI71pF4WwhW/sDcW5ZjZSguMykSTuPXfNh6plfVESEKci4UPl+eJJ3jHPKIF0nmzGcFyRMsQTJeQMkc05DE+9cXgcC20LKdyKz4WqsZBVvc0nqtSVBMPUzjwLOqVJJOE8TKo8UKo+nLx7PHnSsNdQZkoEvYsEmy7DXSiPkhFVAgtn8B92mTzQjqp0BYtwLOhwKNX6mcnDJHZmkbIdhb1dJOEuA4Ws/XR2aKy8lIuHQ734TLPYxh5Se0jI49xAnCyaK5Gxx9UACgOMzFMrLr9bZC4hIAR+T0DCruSECAEhEFMERNCJKZIyjhDQcwISbpX4DgAnOeaEtpyQl/OM/K5xMtdKLZ2UXCJDyVNCvbH3QU9KpLvzkBfeXUinXMRVHjqcqJW9ZH4l6EwlQSeiZK4Reeg4jHJRqnCtnpb8J4+f8GuPSUGH52xJZbwzpzPCgrGae7SykMT5e8ZQaJZDq1BPE14750KpR9447Hmh8tC5cc9XEdHG9bEL45kS3ZPGQpGn14+63T86c3gTe6uwzMYeMQVymSpCE9tpIFWm4upRr06nDRMWxiFCG6lyWZ/x33ByY0olgS97LbXp/xUsPr3g59USDfMcM1e4KnlfnhxL81OYXPh9dBj0lcQNXyXvjQV5Wam35yTocCWrxRQSpUoErRJ0IjpDmgg6eWg/7KmmHtbFa5hEeZI4afYe8pRJSwm6ea/sLcYhZg3CCUkR2YYFHa6wxYJOUrWqcZzP6H9jXcgOgeQNlUypmhadxueSQ++mLHZTBMwHR9L85F0UnfHkWSEgBOKOgHjpxB1rmUkI6DoBEXR03cKyPyEQRwQk3CqOQMfgNH5UNXvgZBfso2S8juSNwVWCVI1LK09Y8F3xfKhNZZt9yIOExQV/6rOdwprS/vBU4XArrrTTi/KkcGUgVWLcmBZ0eJ55a90oqa27ErrC3g8qDw4WFa6SWMLVsNhbgZsmgg7nSuES1Cc3pFIu3p7kxcIlpJlT/4kuOET5YDjsRr0sNZecvvfET8m7Er4UdnhTcQWlQvU+ojCFuC2kvEKcqJcbex+t3+2p5AhqQAKYStDh54v95aRUTOI8RKrnmcUbqsDEHlYFyftEvVpTVI/Hr0KuuD971XC5ca4Cxl47KjGO+3CuJE4GvJzKiKvyInFIEod0ccLfdhRKxiF33Li6FAt9XJFs9X/JQ34e0Rq5+hcnMm5D4XETqLJTeG8VrnpVmipaNaWwrQkUFsVzxLSgw7bkalbqJcBZaKtNIhx743BlL86zw+FxJf76qIRJjfyfTYiIwnbh6lT8rnAYlGoPvxJ0+Pklm9wxg/LuME+eN8yZJm8cFpA4zIsbhwo609yVyRtMZRNV2fhllDCZEzFny2ishHd50RqMqVt4ITWq50OeEwJCIHYJiKATu3xldCGgTwRE0NEna8tehUAsEpBwq1iEG4tDc16Xf8nzhQWaNg2TKN4a36lEN1cn4vLI0yl5L5ft5sZeClzxpwIlGuYwppSUOJcvvJv3e+D5a38lvEWVrySmBR2e/wFVe+pDFZO41DrnoOFS5FxRiMt4b9zroQgQvAdumgg6LGJw0tkebawU0YYrE3HiXC5XzeFAzIlDrlo2sFRCbzhM6iz9/MQFbyUUrRKVmY6sLVjnTqXXXZX8KyyUWZFAcJuS2jpSsuf7JAyFL1vOJdU5cS7nY6lV0YJEFEOlpPcO8oZyI68MztXCOYOi234n6HyhEDPmfIbCev4lTyIur857PUBrPE5l20f2tKGQJcsQIYk9fThp9Esqq921uZWST4eTCLP3yHUS2tiDhvf1uwpM7AWzkNiso+pTFf4ITRysvi9OxvyUKnstGJsUubKaxLigw0x4r1zSnd8DFsy2OXpSqXpvJblysx8V3HhNUxa7KjmjWPCs+Ie5EvrEpejX7fKk8DgDrCHRUeWt9CtBh8dh0YurgLG3DZ9pLmfOZ5rfvXXkJcU5g7gCHVuY8wLtpDLuTWl9LGiy3V+/D8ACCnVkYefQKnsKRzPEcTqP/SZ+UxIwc8Jx9QTm0T0n8rwQEAKxR0DCrmKPrYwsBPSJgAg6+mRt2asQiCUCEm4VS2DjYFgOi7l000cp5czlsTnUxYcS/Wai8CLOy1GRLteqajp+5JmxnxLUzlnlpogKZvQsX/TZK4CTJbOgwV4B3GJD0OEx71AC2f8ohOc8CSnsLcEXWfaEaNfYCu2o8hLnX9FU0OELeachzkr5auZgTflRtpE3Eu9P4US5TpjTXRJe2HOHPYOsrQzo0m2NJpRsmC/1kTUP8gLhMutcyYlzovClnwWALiSEsEjDwpp62XL2htlCOVy4ShULDHyJZ4+ePFRBqS+Vs1b3JolsbvXPfyfo8HMsFHC4FHtv8Ro5ga+FuaFiZ06sbB1urxwSxSIHiwn8PJ+VFCT48Ro5jxIn9f1V43w+nKiYPY0cV9j/UqDiJNGcg4hzyrCoEdMeOixEZSRvmK0k4vC5Yi+X5HZGVKKd9kCeU+rCGXvprCKxbfV2lR3pzNN5KEnVpwZRzigWnFTtd4IOe9NwKNn05a7gSmecv4fT8LD4xeIkizkqzy8Oe1y62V0RmXh9LNTwuWQRlRNGcwgcN64s9g+FUlan6l/szSaCTnTeDHlWCMQdAfHSiTvWMpMQ0GUCIujosnVlb0IgjghIuFUcgY7FafiCyNWc2OOGK/H8rmoOCyss6HymxLnsvRJhouBYXCsPzZd5Fh1YWOGEvr9LRhydpfCl/M1Hf/j7QQmjCn8ZZk5fmRMlpGUhRknQHLmO89MSWAh7RR4t3HgeVZjSr9bKF/e3FGblQp4c6akUfFxVNWJvKPa8YTGDha3IGnt3sV1Y8GG7JJbGSZHLUe6e0ZTfiG3OScBZhGLWnDj6V43FNRazfEkE5dCon5JXRwOAm0fwmeB52QPsV0IMi3zMmM8QhxiGn1P1ftqQ2Bi+Ylc0liOPCgEhEMsERNCJZcAyvBDQEwIi6OiJoWWbQiA2CUi4VWzSlbGFgBCIbQLqgs7vvIliex0yvhAQAvpFQMKu9MveslshEBsERNCJDaoyphDQIwISbqVHxpatCgEdJSCCjo4aVrYlBBI4AfHSSeAGkuUJgURAQASdRGAkWaIQSMgEJNwqIVtH1iYEhEBUCIigExVK8owQEAIxTUAEnZgmKuMJAf0jIIKO/tlcdiwEYpSACDoxilMGEwJCIB4IcGJmzlkTWS6jeFiaTCkEhICOE5CwKx03sGxPCMQyARF0YhmwDC8EdJmAhFvpsnVlb0JACAgBISAEhEBsE5i6piQevUoW29PI+EJACOgoARF0dNSwsi0hEBcExDsnLijLHEJACAgBISAEhICuEpCwK121rOxLCMQNARF04oazzCIEdJKACDo6aVbZlBAQAkJACAgBIRCHBCTsKg5hy1RCQMcIiKCjYwaV7QiBuCIg4VZxRVrmEQJCQAgIASEgBHSZgAg6umxd2ZsQiF0CIujELl8ZXQjoLAERdHTWtLIxISAEhIAQEAJCIA4JSNhVHMKWqYSAjhEQQUfHDCrbEQJxRUDCreKKtMwjBISAEBACQkAI6DIBEXR02bqyNyEQuwRE0IldvjK6ENBZAstHOOrs3mRjQkAICAEhIASEgBCISwISdhWXtGUuIaA7BETQ0R1byk6EQJwRkHCrOEMtEwkBISAEhIAQEAJ6QEC8dPTAyLJFIRALBETQiQWoMqQQ0HUCEm6l6xaW/QkBISAEhIAQEAJxSUAEnbikLXMJAd0hIIKO7thSdiIE4oyACDpxhlomEgJCQAgIASEgBPSEgIRd6YmhZZtCIAYJiKATgzBlKCGgDwQk3EofrCx7FAJCQAgIASEgBOKagAg6cU1c5hMCiZ+ACDqJ34ayAyEQpwRE0IlT3DKZEBACQkAICAEhoCcEJOxKTwwt2xQCMUhABJ0YhClDCQF9ICDhVvpgZdmjEBACQkAICAEhENcERNCJa+IynxBI/ARE0En8NpQdCIE4JSDlyuMUt0wmBISAEBACQkAI6BEBCbvSI2PLVoVADBAQQScGIMoQQkBfCEi4lb5YWvYpBISAEBACQkAIxAeBqWtK4tGrZPExtcwpBIRAIiQggk4iNJosWQjEFwERdOKLvMwrBISAEBACQkAI6AMBCbvSByvLHoVAzBEQQSfmWMpIQkDnCUj+HJ03sWxQCAgBISAEhIAQiEcCIujEI3yZWggkQgIi6CRCo8mShUB8EZD8OfFFXuYVAkJACAgBISAE9IWA5NHRF0vLPoWA9gRE0NGeoYwgBPSCgIRb6YWZZZNCQAgIASEgBIRAPBOQPDrxbACZXggkIgIi6CQiY8lShUB8EhBBJz7py9xCQAgIASEgBISAvhCQsCt9sbTsUwhoT0AEHe0ZyghCQC8ISP4cvTCzbFIICAEhIASEgBCIZwIi6MSzAWR6IZCICIigk4iMJUsVAvFJQPLnxCd9mVsICAEhIASEgBDQJwKSR0efrC17FQKaExBBR3N20lMI6A0BCbfSG1PLRoWAEBACQkAICIEEQEDy6CQAI8gShEAiICCCTiIwkixRCMQ3ARF04tsCMr8QEAJCQAgIASGgTwQk7EqfrC17FQKaExBBR3N20lMI6A0ByZ+jN6aWjQoBISAEhIAQEAIJgIAIOgnACLIEIZAICIigkwiMJEsUAvFNQASd+LaAzC8EhIAQEAJCQAjoE4FHr5KBw66kCQEhIAR+R0AEHTkfQkAIREpAEiJHikgeEAJCQAgIASEgBIRAjBKQxMgxilMGEwI6SUAEHZ00q2xKCMQcAcmfE3MsZSQhIASEgBAQAkJACESVgCRGjiopeU4I6C8BEXT01/aycyEQJQINKjzFnxWfROlZeUgICAEhIASEgBAQAkIgZghIHp2Y4SijCAFdJiCCji5bV/YmBGKAgOTPiQGIMoQQEAJCQAgIASEgBKJJQASdaAKTx4WAHhIQQUcPjS5bFgLRISCCTnRoybNCQAgIASEgBISAEIg5ApJHJ+ZYykhCQBcJiKCji1aVPQmBGCQgCZFjEKYMJQSEgBAQAkJACAiBaBAQQScasORRIaCHBETQ0UOjy5aFQFQJSELkqJKS54SAEBACQkAICAEhEPMEJOwq5pnKiEJAlwiIoKNL1pS9CIEYJiAJkWMYqAwnBISAEBACQkAICIFoEBBBJxqw5FEhoIcERNDRQ6PLloVAVAlI/pyokpLnhIAQEAJCQAgIASEQ8wQevUoGLl8uTQgIASEQEQERdORcCAEh8EsCIujI4RACQkAICAEhIASEQPwSkDw68ctfZhcCCZmACDoJ2TqyNiEQzwQkIXI8G0CmFwJCQAgIASEgBPSegAg6en8EBIAQ+CUBEXTkcAgBIRAhAUmILAdDCAgBISAEhIAQEALxT4BDrjj0SpoQEAJCIDwBEXTkTAgBISCCjpwBISAEhIAQEAJCQAgkUAKSGDmBGkaWJQQSAAERdBKAEWQJQiAhEpD8OQnRKrImISAEhIAQEAJCQN8IiKCjbxaX/QqBqBMQQSfqrORJIaBXBETQ0Stzy2aFgBAQAkJACAiBBEpAKl0lUMPIsoRAAiAggk4CMIIsQQgkRAKSEDkhWkXWJASEgBAQAkJACOgjAUmMrI9Wlz0LgcgJiKATOSN5QgjoJQERdPTS7LJpISAEhIAQEAJCIAESEEEnARpFliQEEgABEXQSgBFkCUIgoRGQClcJzSKyHiEgBISAEBACQkCfCUilK322vuxdCPyagAg6cjqEgBD4iYAIOnIohIAQEAJCQAgIASGQcAhIYuSEYwtZiRBISARE0ElI1pC1CIEEQqBBhaf4s+KTBLIaWYYQEAJCQAgIASEgBPSbgAg6+m1/2b0Q+BUBEXTkbAgBIfATAalwpdmhMLYqDfPUfTTrnMB6Bfk6Y3D3nijacgj+rpofBglsfbKc2CHg6/wc3boOQ8sR01CtYPrYmURGjTECAf6+WDZjMpIVqY2G1UrAWF7UGGMbnYGuHFiPOYffYe6UAbAzEyNExs7f/QK8P86M7DH5PBwBqXQlR0IICIGICIigI+dCCAgBEXRi6AywmGOeuq/GowUFBYH/GBgY0p/QYVQ/DzuwAQwNw14cggIDEUQPGRoaRriGoCD6nB4woM/VewbPGXasF1cdMXXfa8we3RWmaqPxszRCmPXxoMpPw40B+qkyX5ifR/QzjZHpRMcQu0dgl2Deao1YGobjHEh25/Yruwd/Hv68RGyHq3vXY+8bO4xxqBtm2ojsHuFZ4F4RnYdfnpGomzD4fP987qM+Qkw9GYTAwOB3Rv1sR/ye/myXyPYR/J5G8H5H8J56friDhWvPo41DR9hbGYdsULENry+sFSN4H9lcUX82OgQVHnwuf/peiM4ov342Yk7BtgnfwtuKQQRG8F2r6ve772J+Rt3ugV7OWL5gDYo06YDimWx+em/Cfy9G9H0b/Nr8bIdfvmMxgzDeRvH+OEMEHQ3oi6CjATTpIgT0gIAIOnpgZNmiEIguAalwFV1iwc9rLOjQ/5H/9vk9bt++jTdOX2GTPD3y5suNzOlTw4huZNdOH8K9l05hLhHJUmdBuTIlYJvEDH4+Xnj+5CEePnwCN+8AZMuTD3nz5IKtpZmyLj8fT7x4+gSPHj+Cq1cAMmTPi8L5csEmiTk8XL/g5p1nyFuwEJJamyPQ3w9vXj7FrZu34OIdiHQZsyJ37lxIa5+ULoeBeHrvBt67G6NUsfwwMzFSxn/z+B5eOJugQqmcYcA5v32G6w/eonjpkrCzMlc+c/34GjeefkK5csUR3Fuz9uLBbQQkSYlsGVMnWu8hvqx9fv+S7H4XTl+/I3n6LMiXOw/Sp05Ge/LD6UP78NLJLYzdU2fJhTIliiKJmTF8vNzw5MF9PHz6Et5+RshTID9y58pGn5koUD3dvuHJowd4+OQFAg0syMYFkCt7ZpibGsPtyxvcfvIeBYsUhbW5Cfx9ffDy6UPcvHkX3gbGyJAlG/LkygX7pNZAYADuX78IN+MUKFYgJ0z4UNJZeHzvJpxNUqFUznRhjPju2V3cf+OO0iWLwcoieC0fXz3D0/c+KFc6b/QNHuiPNy8e4/r1W/AKNEOeQkWQJ3smmBpHLFxGf4Ko9giCs9M7es8e4NkbJ9gkS40CBQrSe2qPIPKUuXP9Au4+fq2ITqpmYZ8ef9aqDKbg4/Edjx49xrNnT+FDMmmWHPnoPcxO71GwEOPv7YZH9x/i2csX8PQ3RsasuVCsSB6YGRnC/fNbXLr/CuXKl4EZC7kBfnj94gke3r2HD+7+SJMuPfLkK4AMKe1IGfDH49tX8eK7GapVKBLynrl+eIRzz9xRtUwxmKrQkXj06vEdPPrgg6qV/gh51u3Tcxy9/QG1q5SFuQaYXT+9xIWrt/DdywC5ChRBoZwZogo5Cs8F4NHtG3j07CVc/QyQNXM25C+QDzZ01tw+v8Ceg2fodIbawMDYBHmLlULhnJnBW/n++R3u3LmPtx8/wdwmNfJR32yZUiufsQj99cNr3L33AO+cvsA6WXrkL5gPmdLZK58/v3kOzqapUDRvduXvPu4uuHOTE1zeZgAAIABJREFU1vLiPUxt7ZAtc3bkypkdScyNERTggRNHTiFj/hLIRmeEV+RH7+y1Ow+QJXd+pLKxVNtrAM6fOAIT+5womi+r8r0fFOCLh7ROI7u0yJk5ZRS4/OqRANy+dBlJ0uSk78vkWowTc11F0NGcpVS60pyd9BQCukpABB1dtazsSwhoSEASImsIjrppKuj4un/Bov9m4JtZcqSxt4XX96948tYFHf7thcLZU2NEuyZ4Z5EXZYtlCllc8rTZUblCaRJKzLB/zXwcuP6KxIBsdNmmSwddOJPlLodurf6EpUkQju5Yjb1nH5NIlJNCMgLw7PFjJM1SEr06N8bn1zcxevJa9B4yHAWz2ePq0e1Yse0EMufKjeQ25vj09hUJOCb4t1cP5ExjhVUzR2DihptYvX4lyuZJq1yA9i6dhU23rLF+Xqcw8G4fXIc2XSeh55wl6PhnWeWzx6d2YvSq81i5chqC5abotiDcP3cAI8fPRI1Ow9GpcaUfF7HojhP/z3t8eYFpk+bDLE0m2NtZwvXrO7z5akisHZA9rTHaNa4Hizx1UCxLih+LNUDa7HlQofQfsDILxJq503H9pTuJOJlhRJd4vvzlLt8ArRpWgVGgB1bOnYUnXwORM1s6BPp64+H9J/ijTnP8Xas0Xl0/gEnLD2HIuInIZm+FY1uWYuux28iVPy9sLI3x9sVTuBvZo1evLkhjbYpZw7pg/fUArF89D3nSJSWz+2LprNG4ZVke87rWDgPz4Ppp6DphF2YvXoK/yudTzsipHeux6pgzVs7/XzTBB+HV/cv4b8E6ZM6ZF6YB7rj/2AmtuvdA2YKZozmWdo9/c3qNJQtWIMA6OVLaWeD71494/MYL/xs6ANms/TFl0ii8D0iOYjkyhsgJFqkyoWn96gh0d8aWVUtx5bk7CuXPAn8fD9y9/Qj5KjZE12ZVEeD1DVtXL8eZ+59RqFAOGPh54/6NW0hd+i/0a1sb7y47otfsbVi1dhmSGvjjytHdWLbtONmrIOySGMPp7QsSZfzQbwS9x2lNsXzyAIxffR6LNu9GzcLBYsrjY4vRed0L7Fo6GUlVzjxkx13Lp2LIjK2YuGoXGv6RRXn2xfkNqD3hBM7uWooUwZpclJvHpyfo22sQbPKWQ2YrX1y6+wF9x4xD4fRhvVeiPGC4B28f24yFWy6jQJHcMDMOwqMbV5A8X004dGqIz1c2onrvlfhfpxZI8kMxNjQxRf4/yqJ4nmxwf38fE8bPgWmabMiYJin8SJC5ff8NWvbojXIFssLl1U1MnrYE1umz03exDTxdPuPJm+9o34PCT0m43DSqA67bVcDE3u1g6PkZsyeOx0tva+TNlQmGxPI+ibNZS9ZG+7/rwAofUbdcRWSs1QOThjggKYnvbk5PMXjKfDTrPgAVcvD3p6r5okujinhuXAQLZ05ADnrHAry/Y+GU2TDPWw0dm5bRWLh+efUAWncfhy7DF6D1n0U0xR6j/UTQ0RynCDqas5OeQkBXCYigo6uWlX0JAQ0JiKCjITjqpqmg8/7GfgyafBTjF01EehtT+Hp+x/oF8+CfsSw6NquMsR3bIHPtXnTBLxqyOHbj5xAbl2en0KrLTPSbPhvl8qUD/TIfL25fxoJ1jnDo3xt23i/Ro980tBs4GlWK0W+V6Te/7x9exqQFu9Fn7EiYf3+AkRNWo++wkSiQ1g/tm3ZG5S4j8HeNojAldcjH4yuWTZ+IO0G5sXhkB6xdMAkzl+9CysL1sXf1WBJlgrB78UxF0Nm4oHMYeHcObUSfflPhlqYAdu5ZjbQWBnh0cgdGrTyPVav/A/vsfHr9CFu27IS3dXo0b9oQ6ZMl+bUB/L3oMjobc/fcgL0JeRq07ksXnaqJVtC5uX8uJu5zxuIZg2FDXjOe3z9j4ezpSF+uKZpXzY2OrVqgdq+5aFw8VMhT2f3ZiZXoMv0kps+bgXzpbYlBEO5cPI21+y6hX/8e+HBuLcZueYzJU0YjR2rysiFPjItH9mHH+VcYO+xfON05jAnLDmLohMlI5/8ETVsNR5dx01GjOIuChvD4+hbTJ0xAUM56GNW5BhZM7IVlOy+gcP3/YfV4Eu7o8rpk5kjctKyABd3qhLHZ4Y2z0GfCGqQtUBl7NvwHMjtObl+HlUedsXphL8WD5NGNC9h18CTS0aW/Yd3KSPIL0SAowAf71izBTY9U6Ne5IXm6eGPNvGl4Y1UEo7s21PxljXbPIFw+tQcL9zzA2MEOSEvn1N/XFXMmjIVnvsYYVC8Xps34DzkqN0WTskVCL9/0nhrRe3rt2FbMWHcOg4YNRJ7MqWAQFICnlw5iyMLTWLJyKl6f3Y1JK45j4vihyMLeHGQvp4dn0LbPUizcvAbGj4+g56ytWLNhBfzfPcHwEZNRs/2/qFO6IEzJXj7entjw30Csvp8C+9cOw5bZI7D+6CX4GeXAho2LkdHOBI+OLkSnNeTBsmJqqKAT6Iudq2diwYbdeOOcAvsOb0P25KZ4fm49ao47hgt7VyiCzpcXd7B+4w6Ypy+ERg1qKALkr5rTo0uYv/8uBnRrBXOjQIzt0x6e5fpiess/ok39pw5BXuhUvyKyt1mEvg0LkidLEL44PcKwUfPRfeg42L7Zh8azLuP4lrmwU/Ms4jBTwwBPjOzQCG8zN8esQc1haWZKzme+OLxxEe64pyERqC5GtaqLwJIOGPvvXzAnTzd/8qjZtnIhXJMWRqcWtbB1dHtcT1oBk/q2h+PsgZh3PggrF41CKmsLxWbP713HuMnz0abfSMpBZYEmderiuXcqDJs4E00q5oPbx6cYOHkuWjgMRIUwnm0+6Pp3fZx/7oumnXpiCJ11Qz83LJg0E+b5qqPT32Xh5+mGM4d24/z9T6jRsBlK5g3rGRcRXLf3DzBqyjJ8f/kWVdoMxD+Ni2lvgxgYQQQdzSFK6XLN2UlPIaCrBETQ0VXLyr6EgIYEpMKVhuC0EHS+v7uNTh36I3+dFmhUoyJSJrdGEsskJKiYwMTMCCPbt0Gqyl3QrHaeH4szgLmFJaySWGL/xPZY8TEXNswdrAgkqubn7w9jIyOc3TgRc04GYsncEUiq5hLj5+sHIwr1ePv0KkZOXoO+Q0fC8uU2dJtzHxs2zUVKi9CxXtFveP/usxxbHTfi9JrZeOufFPcOrEWmxsMxqmM1OC4lQee2NTbMDyvo3D60GZsOPYGZ3xNcDCqG7TP+xdvzuzGSBJ3Vq6fh1Y0zmDhlAWzSUfhMgCteOPlj8OgxKJ4rbYS/jQ7088DlM5eR6Y8KOPJfb3jnaYBOzaonWkHn3Z0j6NBzKuq07YoaFYqTR5Q1LJMkgQnZxczIA+1btUSlzlNQJ3+qYGOQOGBhaUVnwwQTW9fEh5wdMW9Ei1BD0YXSPyAARhSvMapVPaAUXUx7NgjzuZ9/AIwpBOXZ1X2YuPQQCTqT8GrDUMx+YI/Ni0ZAzey4uo/OxbJzcNwyG2tIvPFNlhUHV65DozGL0LFaTiybOYo8dCpgfrewHjqHN82D410fBLy6gMAirTGjVwNc2BUs6Kxc0BNndq3C3A0HkTVHTrh+eAxf28IYO7I30iWLQCSgsDQfb28Y0pqZC3stLJ46CZ6ZK6F/m1qav6wa9Hxx5zwJMpNRpGYT1KlSGqmSJ4Uthc0EBhnDyP87CTrTkPWP2iSK5Q8Z3czCCtYU2rhq2mA8NiqEkb1bwkIt1tDXx5cEn0CsnzMZj4JyYESvFjA3CVUi/MizytDEDK8vOuJ/s7ZgzcYVeHVqB+buuIHRY4Yhgxoz/893UKZsc4zbdRAv9s+DS5ZqMDiyEC7ZG2F07xZ4c2opOq59jj3kkRPioUOCzrZVs3A3KANSXN+I61Y1MGdcN/J02Yya44/j3O4leEtedcNnrqKQvcLwoNAvF6N0mD55CIlaVr+l6OX2FZdPHMaKHSfQbcw0lM5kqwH18F0CsHJkJ6y/GYRevbugYI5MsLbm70szEriN8fr8WjSacQH7l44P8QA0MDSCtY0t/D7eRKkyHTDv5FlUykYi54/GOY0C6I/Hm8soVqoL1l2+iFKZQvcWSCGHnJfH2NgYG0a2UwSdiSRitqxSA1Un7ED3KtlDx/J1x6LJo/EmRRlM6FoanTv1RcHCRbH3xFOsWTsbVp5vgwWd7uEFHW/826YNMhSrgcsnj6HvlFkondGcBJ1ZMM9fHR0bFsWcEX1w4bU3cmZKiUtnzqN2l9Ho8U8VmITLpRbyb4CnC1bNWwy7Mg3gtmMxTMq0QusmJWLABtoPIYKO5gyl0pXm7KSnENBVAiLo6KplZV9CQEMCIuhoCI66aeqhE0QXhutnHLF+y248f/0ZZkko30mR8mjVpjmyUljA0FYNcOmLOfJkC86jYGBoghIV6qLpn1WxzKE+7mdojPkUChBRTpqdU7pih2teLBrXC0kiyIXx+smVEEHn6/7RmHArOXYsGQsbtcG+vbmO+k3HYtaOLXiwawY+WhVCk4JG6NhzGnkGLYT/zb3koWP1k6Bz69AmbDz6Af861ETPVm1R8X//oVYqZ4xddQ5rlk3C6mlD8cGmOPp3aQqTQG8snjwSbqnKoA+FTphFUq5nydBuQKHGiVrQCQzwx9kDm7F5z2G8/vgdSUjMKVK+Flo3/5Muy0Cr+lXxxTw3sqUKDlUxNLZA+VpN8VfNgnCoUw7p603D6B5Vfj6wQR7oULcmCjafit5tykR4oJ9eCRV0HIe1xI2U9bB0fJcwZ+jNNUc0HbkWO3auwK7pw5CkUD0UMnqJnpN247+l83F733zctCj/k6BzaONcHHllg38bZEPrf/qix4yVSON8AyuPfaUwrc7kudEFJZr1RouaxeHt+hHD+wxC6Za90Lhq0UjFuQv7t2L1vivo2q8vilA4Yly2IH8f3Dh7GCs378Hrt04wsbJB3qLl0L5tS/I+88XksYNwgXLUZEujCpEzRMEKDdHl70qYPaQL3HLVx6B2f8I0XBEkDr9aMGk0PFJVQL8u9cjj5ucqSS8uHFAEnbUk6NzeshDrL33HhHH9kcJKLWW53ydiWA11J26E74VVcMrUAA7FLDBwxBw06TkYOb3OoMPqZz8LOitn4kZgDoxpWpgqnA1Cxbb9Ucb2GWqPP4ZTG8Zj9vAxyFSrHbrXLwWvb+8woj95ETXqhX/rhHoMRmSHj0/vYPO6zbjx6isad+uFuiVzR2rfqNgzwOMLli9agBOXKN+TfyCSJLNHw7/boVbF4nC6uhHl2pEIWq0C5RoKHs2SQuSakzdTWr+bKF1nMg5cPYy8KX92CXt7fSdK1JuL03cOIUfyiF3GVILOmBYlUKVsS4zaewJ18qrsTZOR59rWZf/h0Nc0WDqwNjq174OOQybg7OJxuG5YBDN618aEmRRy1Y1CrsJ46HjDoXUrlPpnJHkZ7cdMx/dYtWAkHBcvhFmBWvgzpxNaDN6G2UvnIk8aG7y+vhu9xu/ChPlzkDdNqDil4hdIOZYuHjuIO+/90bZFfawZ2BtJKnbAP41+b7Oo8I+JZ0TQ0ZyiCDqas5OeQkBXCYigo6uWlX0JAQ0JSMlyDcFpIei8uXcZ301SI1s6O7x/9xbv37zG7m2b6TezNTGMxI4Jnf+BaYGGqFc5x4/FGSCZfVpkSJcSjlO6YK1TLqye2R/mP+6BQfR/5t+Qi71FijR44jgT804HYv7MoeSho3qAksw+fwHjpGnh50whV5Mo5Io8dAzurETvtR+wecNMpFDz5nl36wia/LsQ6/Zvwvl1M/DeoiD6tKuJk/Tf685+Qtnsdjj9KhXWzw+bQ4cFnfWH6DfS43rD/YEj+oxfj8b1KsLx3AuspgvOrIE9ka5GOzSvQ/khKPHt8c1LceKlEQb17UA5YkIr9kRkkcQv6ATh3sXzMEmVE+mSG+Pdm7d4++Yltm3cirw1WqFr81Lo3LIJ8v/VD1Vy2QcjMDCCfer0SJfaDlM71sGH7B0wa2izEG+mAD8vvHzzHinSpMYsh2ZAiW4Y6VAv5HMWDp69/oB0mbLA6ZYjJvzw0Lm7pA/WfMyOjXMHhclrdPvwRjjMP4b9W+dh/fShMCtYH+0o/w7/99mPySg0xxWvUlTG/HA5dFjQOfjcGuMHtcaDA4sxbs1V1K9cDOcfBGHh9Obo0qU32g/+D5XypKZcMp6UM2QMkLMGujes+puy2xTytHcd5q8/ib8p30n10vmUUKO4alxR6S0lFvc2skHaVFaUzJryHb1+gZ1r18A7a13M6FML06ZNgHXWP1C+YK4Q5raUFDkrhVCtmT4ET40LYWiPFrBQHe1APzylJMjW5KF2mDzfHgdkx7CezdQ8dALx6MFdWNlnhe+T0yEeOk+PbMSi/Y8wdswQpEsa6lPl7/IQlcs1wYCN+/D+4Hx8SF8boyhUZ9+6Rdh5wxUOte3Rf9Nz7FoWzkOHBJ1rflkwqVtTnCXGS/feRrt6OdF98UUcWjpQyTnTtt8wlM3GOV98yUNqKG5aVcbCcJXQVLbgBNuBlFibk2f7+/ng6v6l6LLsEU7umg+K5tKq+VMI6JHjd1GuRln4uDjh3fv3eHbvGrbsOguHYWOR3uMM6o07hGWTQr8PjYxNkTFLdhh/u4fylbpSefHjqJAtNJ+Pp4cr3n1yga3/G1SoQiGFZ0+jpJqHjivlNHNy8UTmDOmwdQzl0CEPnfHkmdi4cj0K79qDDuUzh+wpiLwIl08fh4eWxTDt33Lo2L43OlE4WD6Lz+jSqhOKNXPAyyfX0bxL358FnVYk6LQag2ZlU2Jsj/ZwzlgH2Y2ckbxwTZQ0PoG++7ywZcEoWNOx9/NxQueuvdFmwHRUyaeeiyd4KS7vHmBg3xEU9lgKmUgdPr1pA6yK1aeftUZGe1KL47mJoKO5AaTSlebspKcQ0FUCIujoqmVlX0JAQwIi6GgITgtB58TSQZh/wxIr5o764RkTiKO7N2D37e+YOKArpjq0R9a6fdBeLYeOapXfn51A0+7zMXnpMhTNRBVuqH1794hCQ6aiYc/h+MP+K7r3moE+k2agVO5gjwavz8/Qq8cI1Ow3CSWSf8XIiSsVQSefvTuaN3FA21FzUK/sD/Eo0Afr507ArmdW2DijN9YvJA8dSxZ06iCQflM+dXg/HLn4DOlLtMPGXwo6vZDC0gib54/GwnWHYJ6pNPatn4pF4/sikJL+OjSrQyErPtg0bwru+2fF0F4UlqIWdhKRRRK/oAMs7dsM1y2rYp7KM4Yu+HtXL8RNF3sM6FkXDu1aok6fBWhSPONPCJ4dX4Jus65g2ZqFyGQXrBC8e3gdwycuRM8xY2Bweysm7HyPuWS7NNbBnz+7chyDZ2zG5HnTYfD8JMYvDc6hk9LjFhq3n4zRi5ejbM5gL7BAn++YN2YEnlqVxIz+jSlp91BYFCJBh/LdeH79gGGUuPnicycUbzsSC7qGDX1SBJ1nLOi0haVRABaMcMDaQ/eRqUhTrKXE2T06dkb9bqNRv1xOytHkikmDelOOqA5oU7dcxB4cAV7YsXw2pq6/hdlLZqN4DnsKU/rZi0XzNzfynkFkm30r5uLQc2NMpP3YKKpMEM6umYWxjm7Ys6Q7/ps5HbmrNkNj9Rw6P4a+emQz5my5jgkThyODfbBHhdvra2jQZBBGbtwGqxdHMX39RcyfNQbJbYPzSAV9f4Zq5Rqi0+I9KGVwXxF0VlMOHZ+X9zB01Ay0HTwClfJnDVn8wflDMWjbVxzbPwPb5ozEh4x1MaZlFXiTV83wfgPxzNUd32zyYufiSfhxZMjQFHIVIuj8DT8STGaOG40zD57hWVB6HF05HJMGj0fVLsPwVwnK5eT3DeP69kVQ2Q4Y2bxchODuHFiJQVteY++qUYrH1+sLm1C+z25cPbUR9pplQg+Zx+/LI/yRpxpGHbqMv4qmUX7u6+WOqX37IO9f3VDY4g4azb6GU9vmwjbcEQkK9MTQv2vCo1RfzOkfmn/p+qE1WLD/BcaO/h+mtKoOu78mYEyXmsFzktB8eOMC7H0YhPGU2Hj/5M7BSZH7tMOWcV2x8XVmbFlK3ms/5vry5imGDhiFug5D0KCkHTp27qcIOmWyJceba/vxT/cx8EqVDTNmzkD57OpCDHno/BB02tTKBx/nx2harwU+G2RC5wHDUCfdQ/wz/jzWbZyPNBSZ6Pv5BnkdTcRQCqkqnvlngcbt4xMsmrMIr1y9lXCxu2dOw6ZgVcrRNBAFs0SeeyfyN0K7J0TQ0ZyfCDqas5OeQkBXCYigo6uWlX0JAQ0JSMlyDcFRN01DrjydX2JQz4GwLVgRVUsVgK+rE3btPIoqzbugUfWiGNm2KQKy10S9KqocOoCppQ2VE89JFYlMsXTSYJx67o8mjesgmQVVtdq5HW52+TCyX2dY0wVq/byJOHLPlT6vDzvzQJx03INPJlkxZeS/cHlzCyMmclLkUSiU3R4nd1AS1q0XUKfhXxQ6khQPrp3BsWtvMWDUSBShi8Pq+dPhZFUQfdvVJQ+JIDy8cgRdOnaDfdlB2L6waxh4tw5uxDry0Bk0vg9SUCWer++eon93ykHhlw9XDyzErRNUCWnVYdRv0hBW/p+xYdthtOkzDFULpce9O4+RgcqvJ6X9RdQWD6G5CjdB50ScQ8eZLvQ9+0xEgUr1ULpQdrg6kcfHwfNo1rUPqpdIjXZNyAY1uqOq2m/gLa2TITeVRbY0D8Dk/r3wzD8VGtevDAtKFrtr6zbY5KuC/l2bwyTgGyYMGozv1tnQgLwZKMsxtm/fhazlG6NXm/oUsrGfPHQOUrLWKchOVa52LhyHLeffo2HTv5AmqTmunTmCay+9MHIshddQAuAFU4fAkhJht69HFbTIW+XK4U3oRB4CpQetxqLuYXPoHNowB44s6AxuBysTA7x7eh0ObVvDN8s/OLBmEHYsngrH+9/R5M+a+PL0Ig5c+IxR40fQPJTY+fF7Kr+dB5amwTF/QXShPrVjOXqOXEFC1TgUyWQDH98ApMiYDbmpZH1cto8v7mLMmClIkb8cqpXKC08q/b6Jzmy19gPx9x8pMXnyWASlLoyqRXKGeOgYGFqiULHCMPBwwuxJ4/DCLxWFSlaGgbcL9mzbDrPcNTF1wD/w/f4RcyZOwE1XG7RqVE2p5rV/2yY4pyyLxeMd8OHSfvSYSSFXG1ZSlSs/HNu6AvO3X0Tj5s2QMYUFJZk+j22Hb2H47AUon9USi6YMw/tM9TGWcqxwe3PzKGr81QpmpduRZ91k2KlCKlnQWTEdV/2yYnJ38uqi9vHhRTT7pz0e2pXFfceFuLZlEeZSkuNuHZpTct3b2HniCcb9Nx7ZyI3vxfM3SJU+A2ytQj2FPD8/Roe2PVDi724oms4ce9dtQvraXdGneVmNKzWF2jkIh1ZNwJzdj/FP22bIkMIKjy4ewdmXhhgxYgCV8tqBWsN2YdbYfrANcfIzJM+2jMiWNR2+PTmHrr0nonCtJihXmN6590+wfqsjeX0NRcPKRSlZ+FH8b9h8lKrbGCXyZsLHZ7TfQxfRkTyUqpXIjQ0j2uKaXUVMJi9CY48PGOjgAN90JVGvWil659yxe+sWWOaoiAE9WsPO4CM6dOmPzqMXkKCTgrQhSiQ+sQ8Gr7+B3fu2oWKYKlfe6P5PS/LQGYu2tYNzMJ3bsQjNO03H4AWr4dAoLwZ36wrjXJXouyErdq9aCKM8jTGWzo7z6ydwgy3yZP31+7C8z/9gUaEDWjYsHJevzC/nEkFHOzNIpSvt+ElvIaBrBETQ0TWLyn6EgJYERNDRHKCmgg4o8evHVw9x9OgJPH71AWa29ihZqjzK/FGQLraG2L9+Cc7efUVJP0N/5WybKjOaN2uCjKmSwtPVBedOHsWlW/fh7QvkKVwcVSpVQBpKrszN09UZF8+ewpUrt+ARaIBs+YqhRlX+3Abf6FJ68Pg1VKxanf7OlXu8cOfaJZy/dAXvv3xH+mz5UaFieeSm3+oaUmWea+dPwc00DSqUyEMVZvgX/B44tHs7PhnmQNvGpcPAe//oJm48/oZKNSsgCe2DqxvdPHcMZ594oFv7RiD3DFy9cAbHT11CgKUdKlapjlKFaVzPj1i5YhsqtGiHnCl/zg/Bk1xy3I4gqp5VsnDo5Vlzy8VPTw7jefXgJo6eOE05dL7AJkVGlCxXjvaUB6aGvli/hJLVvvpOlclC7Z4qQ140a/onJeS1guu3jzh55Ahu3X8G3wBTFC5ZCpUqlEFya06PHYSvn17j1LHjuP3wBSXgsULRMmVQsWwJ2FIC2S9v7uP4pUeoUrsOiW1m5OXggWsXz+DS5ev47OaF7PmKomKFcsiSzh4cwnfhpCNM0uZFiTzZlUu5r4czhQVuhSFdXhuXyR0G4KMbZ/HI2Qy1KpUg0Y/N7o1zRw/giYst2reoCg8KYTl95AAu33kCOyofXa16TeTNlhruHx5g+baLaNmuFVJaB+cwCSTPrTOH9+DQmRswpUpgnNSZNoOCVf5Es6rF49hwQXj/7AFOnDmDB0/ewMouBYqUqYgqpQrBgPZ47MB2nL76gNYUai8j09To2qc70tkYw5USCp88eQa3b91DgHkS5ClUErWrlYW1RbDbiqfLRxw5dgIPHjyED6U4ZxvUq1sNtpQY3fnVA+w6cwvNWzaDJX0PMNNbVy7gytVrePXFA6nTZ1HenwLZyGuFvIkunDxIlZnyoGYRVcLeAPJaWYHrXqnR7Z/6sFBFq9E7ffvKabwNSEYVswr94BmASwe24CCJJP27UggYVVs6c/QQzl25CWPb9KhaqxaK5M4ELyrF7uh4AiXKVUbmdMnD2MKZzte2PYfw6bs/ChQri7o1y+D3QZTRMaU/LtD5OXfjHlzcfJE9Z26Uo73nSJeMON3A9EWb6YiEJgEzMDBBgRJV0YDyTlmQwPiaPNkOHT+Ltx8/wdIuHUpXrIjSRfJScmE6q/Rd/PTOZRw7dR7vP32FjX0mlK9cGcXyU8gtsEA+AAAgAElEQVQWmfUGhZG+tciGOhVKKN5H7l/f4fiRoyREvoSfKeXAKlwC5cuVQjIrqv/nS6Xod+zDH9UbIjN9t3L79OYxtu4/jVqNmyKbvXqSaH/s2LABGSkpcvFcwcIMf2/v3roTGYtWRtkiWfHp5QPs3etI9vZEjvzFUadOVSSn2uyn6dy9DcyElvV+XUXs3A6qUJa9BIoVDC5hH99NBB3tLCCCjnb8pLcQ0DUCIujomkVlP0JACwJSslwLeNRVY0Hnx7ScHNnXz5/uIpR/wjj0QhJAyXMD6CIbpLY8AwNDGFPVn9DLfhD8/PzIvZ68d6gcb0QBKX6+vqCPqVqQqVK+nBtfYAKpkyFdgNR0A5rPX6mYZEwVdtRTlXDFF76wcsl0VVOqxNDijMPlNGHBgtdjpP5zms+ffsgVuFSN1xVE85uq9kzP8F6MqMqXupihbp1AWhtlhw4jcmlnvfjrzXvhqmRGVMlJnWGAvx/ZgC0W2tjuXO2Jy5f/MGCw3ckmZqYRJHIlG/jS5yyCmKp9HmybIDprZHe18f3pWa74Y2JGVYPUfh4Rb/5Z0I+y3Opr5PPAq+Zy3epnhKYLPQs/1mVkHHq+eE1+fgG0P5OwZ5HPP3Hgs6pq4d+RuLVeIHx8/BR2JlT5SNUiek/5XTE1pfdRDbKfjw+dd7Yj7TOChftRDpogtjOdh1AzByl2UX9vlPeX2PgSG67ApM472DaGYUPTlCpoXK0pbPp0fv+ZrHp/LnPvR+Oq74/XRZm5Q76b2B7+yrlV/x4K3RB/V/B8PIb6/mPGVsFzB9D46t93fIb86Ts0UO2s8Hzhz4uyNv6upfw6xhEkoeaE5Swecv4d9c8jPPPKufVXeJvSuxnayGbEMOx3q+pnhqHv8I8OAWQzfr/VhXu2TfD3bfBJUdZFe1Z/1/l7gmYJ829GeMYJ7ftSBB3t3gIpXa4dP+ktBHSNgAg6umZR2Y8Q0IKACDpawKOu2go62s0uvYWAEBACQkAIJHwCIuhoZyMRdLTjJ72FgK4REEFH1ywq+xECWhAQQUcLeCLoaAdPegsBISAEhIBeEBBBRzszS+ly7fhJbyGgawRE0NE1i8p+hIAWBBpUeIo/Kz7RYgT97ioeOvptf9m9EBACQkAIRE5ABJ3IGf3uCRF0tOMnvYWArhEQQUfXLCr7EQJaEJCS5VrAo64i6GjHT3oLASEgBISA7hMQQUc7G4ugox0/6S0EdI2ACDq6ZlHZjxDQgoAIOlrAE0FHO3jSWwgIASEgBPSCgAg62pn50atk4Dw60oSAEBACTEAEHTkHQkAIhBAQQUe7wyAeOtrxk95CQAgIASGg+wRE0NHOxiLoaMdPegsBXSMggo6uWVT2IwS0ICCCjhbwqKsIOtrxk95CQAgIASGg+wRE0NHexh3H1dZ+EBlBCAgBnSAggo5OmFE2IQRihsDyEY4xM5CejiKCjp4aXrYtBISAEBACUSYggk6UUf3yQRF0tGcoIwgBXSEggo6uWFL2IQRigIAIOtpBFEFHO37SWwgIASEgBHSfgAg62ttYBB3tGcoIQkBXCIigoyuWlH0IAS0J5MrkDA65kqY5ARF0NGcnPYWAEBACQkA/CIigo72dRdDRnqGMIAR0hYAIOrpiSdmHENCSgAg6WgKk7iLoaM9QRhACQkAICAHdJiCCjvb25SpXnBxZmhAQAkJABB05A0JACCgERNDR/iCIoKM9QxlBCAgBISAEdJuACDra21cEHe0ZyghCQFcIiKCjK5aUfQgBLQmIoKMlQOougo72DGUEISAEhIAQ0G0CIuhob18RdLRnKCMIAV0hIIKOrlhS9iEEtCTQoMJT/FnxiZaj6Hd3EXT02/6yeyEgBISAEIicgAg6kTOK7Indp3Jgz+nskT0mnwsBIaAHBETQ0QMjyxaFQFQIiKATFUq/f0YEHe0ZyghCQAgIASGg2wRE0NHeviLoaM9QRhACukJABB1dsaTsQwhoSUAEHS0BUncRdLRnKCMIASEgBISAbhMQQUd7+4qgoz1DGUEI6AoBEXR0xZKyDyGgJQERdLQESN1NU/aGcYqe2g8kIyRYAgYGBggKCkqw65OFaU9AbKw9w8hGEMaREdL+84TM2P/LXPh+mqX9JvV4BBF09Nj4snUhEI6ACDpyJISAEFAIDGxzSal0JU1zAo+cquKTb2OYm5trPoj0TNAEXFxcYGNjAyMjowS9TlmcZgQCAgLg7u4OW1tbzQaQXpES8Pf3h5ubG5ImTRrps/KAZgQCAwPh4eGBJEmSwNDQULNBYqmXt7c3UppuR65Ux2JpBv0YlkuWc2JkaUJACAgBEXTkDAgBISCCTgydgUOXsiJJugHIkydPDI0owyQ0Atu3b0ft2rVhaWmZ0JYm64kBAnzZPHHihGJjabFDgMWcI0eOoFGjRrEzgYyqiDnXr19HqVKlYGJikqCIPHjwAB7vpqFmyecJal2JbTEi6CQ2i8l6hUDsERBBJ/bYyshCIFEREA8d7c11/HouZC48FUWLFtV+MBkhQRJYvHgxmjZtimTJkiXI9cmitCPw/ft37N27F61atdJuIOn9SwJOTk7YvXs3unTpIpRiiYCrq6siTFavXj3Bic8sNL28ORBVij6Kpd3rx7Ai6OiHnWWXQiAqBETQiQoleUYI6AEBEXS0N7IIOtozTOgjLFq0SBF0kidPntCXKuvTgIAIOhpAi2aXjx8/Ys+ePSLoRJNbdB4XQSc6tBLnsyLoJE67yaqFQGwQEEEnNqjKmEIgERIQQUd7o4mgoz3DhD6CCDoJ3ULarU8EHe34RaW3CDpRoaTdMyLoaMcvMfQWQScxWEnWKATihoAIOnHDWWYRAgmewPIRjgl+jQl9gSLoJHQLab8+EXS0Z5iQRxBBJ/atI4JO7DMWQSf2GSeEGTqOk1xfCcEOsgYhEN8ERNCJbwvI/EIggRAQQUd7Q/xK0OELDFcakXLX2jOOyxHYXtbW1kqlGFWLSNDhykic6NXHxyculydzxQABThjLFa1UVcu0EXT8/Pzw7ds3cIUhfWn8jlhYWCiV37hMdlRaRIIOj8PsOSl1VMeJylz68AyfNz7D6onaRdDRB8sDIujoh51ll0IgMgIi6ERGSD4XAnpCQAQd7Q0dkaDDF7wBAwbg1atXsLOz034SGSFOCHBpZb5k1q1bF506dfqtoMNJPkeMGAEzMzMYGxvHyfpkEu0JsACXLVs29O3bF+nTp1cG1EbQuX37NubNmwdO+stnQdcbCwn8nhQpUgRDhgyBqalplLYckaDDgujUqVNx584dpSqTiDpRQqnw5++pP//8E+3atQvpJIJO1Pgl9qdE0EnsFpT1C4GYISCCTsxwlFGEQKInIIKO9iaMSND5+vUrpk+frlx6pBSy9ozjagQu+7t27VrY29ujbdu2IdMuX75cSYrMHgmqdunSJWzatEm51Eo587iykPbz3Lt3T6kE1Lp1a6RLl04ZkO3OVa6aN28e7Qnu3r0LLmvfokULpE2bNtr9E1sH9kw7ffo0nj17BgcHhygLOs7Ozti1axc6dOgQsmUWdJYsWYICBQoopbbZo1Fa5ATc3d2xatUqZMiQAf/8808YnmfOnEGVKlVgbm4e+UBx+MSNGzfw6tYgVCr8IA5n1c2pRNDRTbvKroRAdAmIoBNdYvK8ENBRAiLoaG/YiAQdvrzwb57LlCmDBg0aaD+JjBAnBPiCuWLFCrx+/RolS5YMmfPYsWMoXbp0GOHm6dOnePfunWJn9fCsOFmoTKIxgVu3bmHdunXIkSNHiPcch/xcu3YNZcuWjfa4Hz58UM5Bz549lQu2rjf2Djl+/DgOHTqEYsWKRdk7jd+tK1euKGKDqrG3FNujfv36KF++vAg6UTw87ImzdOlSsNdTiRIlQnp5eXnhwYMHyJ8/f5SFtihOqfVjL1++/D97ZwJuVXGm60pUVERkVlFAFAQcUFDCoCAiiIgio0kUSTubxGh6uHbneh362p0bjemYztCIUTIYjREHJnFAGVQEB2QQw6AM4oAgCA6IaOybr+x9cjicc3atcdda663n8TGRtWpVvX/trevdf/1lmn31PjN64MbIfRW9A4RO0VcA84fAlwQQOqwECEDAEkDoRF8ICJ3oDH3pQS+dysbZuXOnGTFiRNWw7r33XptpVX373KJFi8yzzz5r/v3f/x2h40sAHcahTIGHHnrInH766ebAAw+0dyjukhTawhK0rVq1ysybN88ex922bdugt2fuegmdmTNnmueff96MGjXKWRxs2rTJMv76179eNWdlRk2ePNn069fPnHLKKQgdx9UgoXP77bfbGlCSYaWmzJ358+dbMakaRz41ZcZ98s5PzJDea30aVibHgtDJZNgYNARiJ4DQiR0pHUIgmwQQOtHjFrfQ0QuTfrkOUkxZtSfyVMtFc9evzUELzaoOR5Q6Jnqx1y/fzZo126U2hf6ZtlxVFzracqWtNjfccENgoRM2xtralZc6I5ViIKHz6KOPmnHjxlVtuVLcp02bZrdNBW2lLVcXXnhhIkJHn4Xt27cH/j5QXacon4W6OChuTzzxhFm+fLn57ne/6yx03nvvPStvLr744qquS1uuunfvjtAJsPAkdFSoXVv8xo4dW3Wn/rm2w5122mneCR197tYu+mdzaje2XAUIda2XInSiEuR+COSDAEInH3FkFhCITAChExmhiVvoaAuHCu7qxcm16SVf2x9KNUFc7/P1OtXpUJ0T/YIfpKnIreoWha3FURI6EjfVa33UdsqVhM6kSZPMjTfeGFjoaIuOYhxEWOkFfdCgQc4v0EG4VeLa9evXG2U5BWWgzBqJu7BNL5YzZsywQieOosgq6Cuxp/WSRIZOSaAoayxIO+yww2xtmrCfhXJCR1t7rrzySuf1WFdRZGWa6LuLDB336JaEzkEHHWTXcalRFNmdYZavROhkOXqMHQLxEUDoxMeSniCQaQIInejhi1vo6MVNqfNBMnQ0i0aNGiXyi3x0QsF7KB1nLLETpCkjQfVswmaxpCV0lIGlGAdpmlPTpk1Dzy3Is9K4tlIMsiZ09Fl4//33A38fqChuErWdSoIJoZPGp6T2ZyB0KsfehycjdHyIAmOAQOUJIHQqHwNGAAEvCCB0oochbqEjiSGpE1ToSGaopkJemrZcBWWgLBbXY5Rr45SW0FGMJTSCNAkdvaSHlVVBnpXGtRIDQbNO4mCQNaGjWFTis1DXGkDopPHpqP8ZCJ3Kx6CSI0DoVJI+z4aAPwQQOv7EgpFAoGIEOrXbYq4Zt6Biz8/Lg+MWOtqOo4KjQbZcaVuFTjtJYstHJeKkuT/++OOBt1xp/uIQdptJWkJHp2jpxJ+g242GDh0aSVhVIpZ1PXPdunXmxRdfTJ1B1oSOPgvTp08PJL8kvtq3bx9p+yFCx6dPy65jQej4G5s0RobQSYMyz4CA/wQQOv7HiBFCIHECCJ14EMctdD777LNQv8irYG6U2iLx0IinF2XmaEtSEOGhJ2v+4hC2pSV0FGMVug3aGjdunJsMHWXnKPMkaIvKIGtCR58Frcug2WrKVEvipCMydIKu2PivR+jEzzRLPSJ0shQtxgqB5AggdJJjS88QyAwBhE48oYpb6Chz4emnnw6codO3b1/7q3weml4aH3744cB1ZjT/k08+OfTWs7SEzpo1a2yMgwgrbSfTSVtJnFyU9pqRnFi9erU99j0og3PPPTdSllLWhI4+C/fff3+gLXrK0DnyyCNNz549Q2er1bUmEDppf1p2fx5Cp/IxqOQIEDqVpM+zIeAPAYSOP7FgJBCoGAGETjzo4xY6Otlp06ZNgV509QLXsmVLWxg5D00v+W+++WYgqaV5a/7iELbOTFpCR9lHinGQrAttI2vTpk1oWeXbuhBrHWWdNoOsCR19FrRFL4j40vrff//9TfPmzUN/FnwXOvoM6ZS5IFtTVWNswIABpl27drF+HCRnV6xYEahPjUEne4Wp+YXQCYQ6dxcjdHIXUiYEgVAEEDqhsHETBPJFAKETTzzjFjr6j3XJjKAvcDqC+YADDohnUhXuRXN/7bXXAtUN0ZA1f3HwXehs27bNxjiozOjUqVNuhM7WrVuN6kWlzSCLQkeyIMiJb6UT0Q4++ODQnwXfhY54SAgGbU2aNIk9y02f5x07dgQaijLt9H0V5rsKoRMIde4uRujkLqRMCAKhCCB0QmHjJgjkjwCnXEWPadxCRy8py5cvD/wC17lzZ9OqVavoE/KgB72sqWBu0JckzV/Sw/eiyBs3brQxDiIzlF2gLTR5qZO0YcMGs3LlysAMevXqZbT9LGzLmtDRZ2H+/PmBMlHERjKnQ4cOoT8LvgsdfTeE2ZrarVu32L8nX3nlFbN+/fpAS/LAAw80Xbt2DbWWETqBUOfuYoRO7kLKhCAQigBCJxQ2boJA/gggdKLHNG6ho5f8INk5pRlIYoT5tTc6gWR6CJKRUBqB5h9W5qiPtLZchY1xno6lrxSDrAkdrctKfBZ8Fzoqqr1q1apA35WlbYsqrB1nU7bd+++/H6hLjUHZhGE+0widQKhzdzFCJ3chZUIQCEUAoRMKGzdBIH8EEDrRYxq30Ik+InoISyAtoRN2fNwXnUAWhU70WcfXgy9FkSUEJXWCNmW4RZG+tT1PTIJKN40hbLYdQido1PN1PUInX/FkNhAISwChE5Yc90EgZwQQOtEDitCJztCXHhA6vkQiuXEgdKKx9UXoaMuVTkkLWhRZ25zi3pq6bNkyWxMrSNOWq2OOOYYtV0Ggca0lgNBhIUAAAiKA0GEdQAAClgBCJ/pCQOhEZ+hLDyWho5OyLrjggqph3XXXXfbIcJ0cVGovvPCCPU76hhtuMPvtt58vU2AcZQhI6Dz22GM2vocccoi9evv27WbatGlGR6IHbXqZ12lLF154oWnbtm3Q2zN3fUnoqP7Rt7/9bedTmlQE+6GHHrKcSq30eTv++ONN//79A2XOaBxBi2qXTgNs2LBhrNxV90ynbgVpGkOLFi0CzbnUPxk6QUjn71qETv5iyowgEIYAQicMNe6BQA4JIHSiBxWhE52hLz3oBXPixIlGL+n6Jb/UnnnmGdO9e3dT/UVw7dq1tubOf/zHf+zyz32ZC+OoncCiRYvMb37zG3PQQQdVCTpleyxdutT06NEjMDYdP6+X+auuuqowQufJJ580U6dONUceeaRzDRh9VpYsWWJOOumkKsbaMrV69WozatQo069fv0By47PPPgt1nLvi3qhRo8Bxru+Gd99910iyBGkag7J0wmz/QugEIZ2/axE6+YspM4JAGAIInTDUuAcCOSSA0Ike1LqEzo9//GP7gjh06NDoD6GHVAh8/PHH9mVfv+TrJbPU7rnnHnPmmWcaHXlcasr0mDVrlrn++uvJ0EklOvE8RCcSSUboc6kXajUJmZkzZ5rhw4cHfogyVWbPnm0uueQSe7JU3psyY+bMmWMWLlxovvnNbzrXgVEWyxNPPGHvKTV93pTddPLJJ5tTTjklkNxQVpUyrYJuudIpaa1bt441TDqRb82aNYH6VHaY/v0Qpo4OQicQ6txdjNDJXUiZEARCEUDohMLGTRDIHwGETvSY1iZ0Nm/ebH70ox9ZAdC+ffvoD6GHVAgoY0AvZnrhu/zyy6ueOWHCBLvlqmnTplX/TFuu9M/1MhrmpSyVCfGQ3QhILChbZNy4caZNmzb2z/X/JXnOO++8wMQWL15stxIp8yPu05MCDyaFG3QC3zvvvGOfpKykvffe2+mpymSaPHmyFV+lJu633367OeGEEwILHaeH5vQihE5OA+s4LYSOIygug0DOCSB0ch5gpgcBVwIIHVdSdV9Xm9DRr8e/+tWvzL777hvoWN3oo6GHOAgcccQRNiOn1MaPH2+FTvPmzav+2bp162yGwKeffhrHI+kjJQLKvpJ4GTJkiFGtJLVt27ZZoTN27NjAo9CWoaeeespo25ZOXipKU2HhkSNHOsvMDRs2mClTppjLLrsMoRNxkSB0IgLM+O0InYwHkOFDICYCCJ2YQNINBLJOAKETPYK1CZ3ovdKDTwRqEzo+jY+xRCMQRehEe3Jx7kboxBdrhE58LLPYE0Ini1FjzBCInwBCJ36m9AiBTBK4ZtwC06ndlkyO3ZdBI3R8iURy40DoJMfWh54ROslHAaETH2OETnwss9bTinXNzC2/65m1YTNeCEAgAQIInQSg0iUEskgAoRM9agid6Ax97wGh43uEoo0PoRONn8vdCB0XSm7XIHTcOOXxKoROHqPKnCAQjgBCJxw37oJA7gggdKKHFKETnaHvPSB0fI9QtPEhdKLxc7kboeNCye0ahI4bpzxehdDJY1SZEwTCEUDohOPGXRDIHQGETvSQInSiM/S9B4SO7xGKNj6ETjR+LncjdFwouV2D0HHjlMerEDp5jCpzgkA4AgidcNy4CwK5I4DQiR5ShE50hr73gNDxPULRxofQicbP5W6Ejgslt2sQOm6c8ngVQiePUWVOEAhHAKETjht3QSB3BIb1e82cc8qq3M0rzQkhdNKkXZlnIXQqwz2tpyJ0kieN0ImPMUInPpZZ6wmhk7WIMV4IJEcAoZMcW3qGQKYIIHSihwuhE52h7z0gdHyPULTxIXSi8XO5G6HjQsntGoSOG6c8XjV5TkczZW6HPE6NOUEAAgEJIHQCAuNyCOSVAEInemRrEzr//d//bT7++OPondNDRQjstddeZu+99656dm1C5y9/+YvZsWOHUaxp2SLw1a9+1eyzzz5Gf1eLInSKug722GMPs++++zoHHqHjjKrshQidsohyewFCJ7ehZWIQCEwAoRMYGTdAIJ8EEDrR4zrr5c7msONvMd26davqbPv27eYXv/iFad++vdm5c6f54osvoj+IHlIhoBf0Jk2amOHDh1c9b8KECWbMmDGmadOmVf9szZo1Zt68eeYrX/mK0T207BCQjDjttNPMgQceaAetF+SpU6ea888/P/AkVq1aZZ5//vlCrQOteUnPkSNH2r+7tI0bN5rJkyebSy+9tOryDz/80Nx+++3mhBNOMKecckqVYHPpr8jXIHSKG32ETnFjz8whUJMAQoc1AQEIWAIInegL4bEFR5hmh19rjj322KrOtmzZYqZPn26GDh1qZs2aZfbff//oD6KHxAl8/vnnNrPq008/NWPHjq163t13323OOussK3pKbfny5eajjz4yeqFv3rx54mPjAfEQkGxVjE899VTTunVr26nEwhNPPGEFRdD2yiuvmM8++8wsW7bMtGrVKujtmbtenxFlr4nj4MGDTYMGDZzm8N5775nHHntsF2mmz899991n+vTpg9BxovjlRQidALByduktv+tpVEeHBgEIQAChwxqAAAQsgU7tthiddEULT+CPjzYz6z88y7Rp06aqE72oaDvHmWeeaTZt2mS6d+8e/gHcmRoBvaz+/ve/N3/+859t1kCpzZ4925x44ommUaNGVf9MW0g6dOhgt+ucd955qY2RB0UjsHbtWnPXXXeZQw891BxwwAG2s08++cQsWrTI9O7dO3Dnb7/9tjn66KONMlCqS8DAHWXkBsmE5557zkhotmjRwuy5555OI9fnRIyViVNqEqcrV640o0aNslKntAXOqcMCX4TQKW7wETrFjT0zh0BNAggd1gQEIGAJIHSiL4TZi47665arm83xxx9f1Zl+8VdWR//+/e0Lf69evSI/6K233rK/zKbx0qMtFe+88459WWvZsmVh6sQoc0MZA8q0kKTRVjltz/nNb35jM3Sqb7lSZo7+0gu9turkaduVsi9ef/11u6bzNC+ta2XSPPvsszZmpYwafV4ff/xx8/Wvf91I6gVpkn/r1q0zb7zxhrngggtyxas2DvqMzJkzx/6RRIw+H+WauEt4ibEYlbagSqRJrnXq1Mn07NnTbltzbepDQknfT0VrCJ2iRfxv80XoFDf2zBwCCB3WAAQgUCeBO6+bAZ0IBGoriqysnPvvv99u64hL6KhOR9u2bXcp1hth2PXeqhcr1YdRBoOyD4pS+Fcvq7/73e/svJVtoZdGCbSJEyeac845p2rLlfisWLHCvshLtF100UW5qZNUevl+6KGHzBVXXJGbeWnBa25Lly6126u++c1vmoMOOsh+DiR0Hn30USt0gtS7Un/acqVsLa2FSy65JND9SX1+k+xXrJ588km7zWzEiBFOGTqlNTVjxgzzd3/3d1WMJA4ldCQOTzrppEBCRwXJJTYkg4rWEDpFizhCp7gRZ+YQqJsAGTqsDghAoIoAQifaYkhL6Lz00ktWruh0njSahE6zZs1M586d03icF8/Qy+qvf/1rK24uvPDCqjGpcKuKIotHqSnTQy/x69evN5dffrkX4486CIk7bYMpFQm++OKLo3bp3f3a9iOxoEwRbbtS03ynTJkSasvU4sWLbTbb6tWrzXe+8x3v5hv3gLZu3Wpr4SiTafTo0c6C+d1337WMayuKrO2M/fr1C5R9qOweZccdccQRcU/R+/4QOt6HKLEBXnzTkMT6pmMIQCBbBBA62YoXo4VAogQQOtHw5kXo6AVJL12lLSfz5883jRs3NkcddZQFpEyVQw45xPkFLhrVytwtoXPHHXdYoaOsm1Kr7dhyCR3VY5HQUSZLHpqyUx588EF7+pPqPu233355mNYuc3j55Zet0Bk3blyV0IlybLkEkYSOTj0rktBRho4kpwoku7S4jy1XNp24q45V0RpCp2gR/9t8ETrFjT0zh0BNAggd1gQEIFBFQEWRVUuHFo5AXoSOalwsWLDAnl6jVtp6UqrZUzrquXodmXDE/L2r6EJHkXn11VfNH/7wB3Pttdeahg0b+huskCND6IQE9z+3lTJ0EDrROEa5G6EThV5279XpVqqhQ4MABCAgAggd1gEEIIDQiWkN5EXo6EVNJ9eoNoWafgGXxClt8ZLY6datW66PYEfofCnyfn2nc+UAACAASURBVP7zn9vsnHPPPddKHdeTjGL6SCXaDUInGl6ETjR+cdyN0ImDYvb6QOhkL2aMGAJJEkDoJEmXviGQMQJk6EQLWF6EjmqnbN68uWrL1cKFC03z5s1Nu3btLCAVNtVWnAYNGkQD5vHdCB1jlixZYgt6azuZCs6qWK2Omk7jdLU0lgZCJxplhE40fnHcjdCJg2L2+kDoZC9mjBgCSRJA6CRJl74hkDECw/q9Zs45ZVXGRu3PcPMidGoSfeaZZ+xpT8cee6w/sBMeCULHmFmzZhnJPB3pXapRMmzYsNxk6SB0on2IEDrR+MVxN0InDorZ62PynI5mytzi1YzKXqQYMQTSIYDQSYczT4FAJgggdKKFKetCZ+fOnTYrRxk4+qtUO+e5554zqpejU65q/pm2YilTR/88Tw2hY4xE3v7772+P9H7jjTdsTSVl6eRl21VWhY4+o/pLmVKVzJJD6FT+Gw+hU/kYVGIECJ1KUOeZEPCXAELH39gwMgikTgChEw15loWO6uVMmjTJnur0l7/8xehlTdus1HR6k06wUaaGrlMR1EaNGlmJo5dKHTWsP8tTQ+gYM2fOHPP444/b2kni0bNnTzN8+HBbTykPzXeho6PjJVX1GdP/Lm1101HhOoVOAva8886rWMFqhE7lPwUIncrHoBIjUEFkbbuiQQACEBABhA7rAAIQqCKgE65UR4cWjkCWhc6mTZvMb3/7WzN27FgrbWbOnGnOOussC0Ivk/ZfGH8VOOvWrTNbtmwxXbt2tf9fJyHpCPMuXbqEg+bpXQgdY+P82muvmYceesgMGTLEZmi1bNkyN9lYKvw9bdo0K0Vat25tV6KykKZPn26P4Q7ali5dat577z3z+uuvm0suuSTo7btdr8/hE088YU4++WTb53HHHWf22msvc8stt1i5o9j867/+q61nVYmG0KkE9V2fidCpfAwqMQKETiWo80wI+EsAoeNvbBgZBFIngNCJhjzrQuePf/yj+d73vmf0kjB16lRz/vnn7wZEL5FvvfWW3XojoaPtWC1atLAv+3lqCJ2/RfMnP/lJ1Slnyt7KS1PmmYSkMo+UmaYmiSIx06NHj8DT1Odi27ZttqB43759d7lfUlTsgmxX++ijj2yGzoUXXmjFjmpYKVPu6aefNt/61rfMI488YrPj2rRpE3iscdyA0ImDYrQ+EDrR+GX1boROViPHuCGQDAGETjJc6RUCmSVw53UzMjv2Sg8860LnvvvuM1deeaXdXqPMhW9+85u1Cp0NGzaYXr16WaGzYMECW1+HDJ21dmvaFVdcUellGPvz77zzTtO7d29bGDtPTTLnqaeeMqNGjTIHH3ywnZrWvrLTRowYEXiq6m/jxo223pCES/XMNmX+SPToOZI61f+s9L9rPvD99983Tz75pPn6179uHnjgAXuvMnT+/Oc/m4suushuh+vXr5859NBDA481jhsQOnFQjNYHQicav6zeffFNQ7I6dMYNAQgkQAChkwBUuoRAlgkgdMJHL8tCR9trlIkxePBgm6UgUaMjqmu2t99+29bX0THWEjrKSujevTtC569He+dN6Eg0KMaq16IsrLzUzimt6cWLF5sZM2aYCy64wG4bVKsvO63cN4P6k+zUMe+SMKpxo6LSK1eutBKnYcOGdkuXMnWU0aZsHtUn0jW1NcklCR19Dqtvubr55pttDatly5aZ6667rkpGlRtf3H+O0ImbaPD+EDrBmeXhDoROHqLIHCAQHwGETnws6QkCuSCgGjraekULTiDLQkcvmdpqor/rRb56EdbqJGr+mV5I27dvX7HCrMGj5HZH0bdcaauPTrlq166d/SuPLcmiyOPGjTOvvPKKUZaNstckxRYtWmQz2/SZkRhVxo0+O9pGVVtTDD799FP75zrVStk5EmzK1tEx8hKvygiT3KlEQ+hUgvquz0ToVD4GaY9AxZC15YoGAQhAoEQAocNagAAEdiHASVfhF0SWhU74WefzzqILHYm7WbNm2Uytf/7nf646YSlP0U5S6HznO98xqoGjLJ1mzZpZMaMtVyoqrWwd/W+JGMmdrDaETuUjh9CpfAzSHgFCJ23iPA8C/hNA6PgfI0YIgVQJIHTC405L6OglWwVStYWDlgyBogsdUZWE+PGPf2wGDBhg+vTpkwzoCvaapND59re/bbdUffLJJzYTR9k0ytbR1jUJHZ0qp89vpbJr4sCO0ImDYrQ+EDrR+GXx7slzOpopcztkceiMGQIQSIgAQichsHQLgawSQOiEj1waQkfHImvrhgqhduzYMXd1TcLTj/dOhM6XPJcsWWKPLb/hhhviBexBb0kJHdXQ+cY3vmGPFdcWxv32289umVLW07777msaNGhgPv74Y/vP9Bmuq4aOB4jqHQJCp/IRQuhUPgZpj4ATrtImzvMg4D8BhI7/MWKEEEiVAEeXh8edtNApnaCjgqo66UZbOY444ojwA+bOOgkgdL5EozWnmi3KOMlbS0rorFu3zowZM8bWu1EGjoolKzNHEnb16tV2+9phhx1mJGdVaLpVq1aZRBu30JkwYYI9tUtHsYuda5M00zotnVTmel8ervvss8/ML3/5S/vvAtVtKjWJHm2ZHDRokHeZnAsXLjRrF11jBnRfkYcQpD4HhE7qyHkgBLwngNDxPkQMEALpEkDohOddl9CZNGmSOfXUU+0WjJ49e9pf5nVqjU7W0a/3Li8vOoXqzTffNEcddZTdsqGtHNp6dfjhh5u2bduGHzR31koAofMlFm0NevDBB83ll1+eu5WSlNBZs2aNUQ2dvLc4hY4ExK233mpPCFPGkst3Yomvvk+V8XTAAQfkHflu81ONJtVqGjhwoD3KHqGT/yWA0Ml/jJkhBIISQOgEJcb1ECgAAY4uDxfk2oSOfoW//fbbTY8ePYykzDHHHGOPLh47dqytTXLWWWfZU4Tqe4FR4VT9Aqu/V6+bo350TLK2cOjlqr6mTIE2bdqwRcsxtEUXOpKP2jKkl0UdnX322WfbtaPssLzUbkLoOH4Y6rgsTqGjTBNlMknoSFIEaRI6EkL6jixikwA7+uijrdxH6OR/BXBkef5jzAwhEJQAQicoMa6HQAEIIHTCBbk2oSOJc/PNN9v/4NavyMqwUXHU0aNH23oaI0eOtKnyyrqpq+k/2I877rg6ZcyKFSus2KnetK1Df6mpuK2OOT7nnHMyXYQ1XFTC3VV0oaMsk+uvv97W0NELttaqCiPfeOONdvtQHhpCJ1oU4xQ6UUaigtP6/tM2NtqXBNhylc+VwAlX+Ywrs4JAVAIInagEuR8COSRwzbgFRluvaMEI1LflStk4EjnK1NGLkITOVVddZbdiKXumvgwd/VlJztQ2oi+++MIWXK3e9B/02palpr/PnDnT9O3bt6oAq+5p3bq12WuvvYJNsiBXF13oaH3oJfnXv/61eeWVV0ynTp1sVtmRRx4ZaDuMz8sFoRMtOr4IHYlyCesOHTj5pxRRhE60te3r3QgdXyPDuCBQWQIIncry5+kQ8JIAJ12FC4trUWS9LCvrQVuokmjqX4Unp0+fbiQm1LQtoZQFJDmkYsrnn38+GTt1BKDoQqeEZf78+WbevHm2WO3xxx9fbyZZEms5yT4ROtHoInSi8UvyboROknQr1zdHlleOPU+GgM8EEDo+R4exQaBCBBA64cC7Cp1wvQe/69VXXzWPPvqo3epVygDSiTDKthg8eLBp2rRp8E4LcgdCJ/+BRuhEizFCJxq/JO9G6CRJt3J9I3Qqx54nQ8BnAggdn6PD2CBQIQKcdBUOvG9CR7NYv369mTt3rs3WURHlESNG2Fo6TZo0CTfJgtyF0Ml/oBE60WKM0InGL8m7ETpJ0q1c35xwVTn2PBkCPhNA6PgcHcYGgQoSoDBycPg+Ch3NQtutNm/ebHSSzMEHH8xJVw6hReg4QMr4JQidaAFE6ETjl+TdCJ0k6Vaub064qhx7ngwBnwkgdHyODmODQAUJIHSCw69P6PTv39/oCHMVRab5T0Db1CZOnGiaN29uLrrooqoBjx8/3owZM8b+81JbtmyZPW5ZJ0NdfPHF/k+OEVoCittjjz1mvvWtb5lDDz3U/jMd1z516lRbADpoW7RokS3Ou2rVKnPppZcGvT1z10vozJo1y6hmlz4Te++9t9McVGx7ypQp5rLLLnO6vtxFFEXenRBCp9yqyeafI3SyGTdGDYGkCSB0kiZM/xDIKAFOugoeuLqEzgMPPGAGDRpknnvuOZshQ/OfgIpWv/7667Zw9SWXXFI14NqEjk6B2rRpk1m6dKk9np6WDQISrO+++64ZOXJkbEJHQkgFybt27ZoNCBFG+emnn5qPPvrICh1t5UToRIAZ860InZiBetAdJ1x5EASGAAFPCSB0PA0Mw4JApQlQGDl4BGoTOjqq/KabbjK9e/e2NWxo2SCgY+D1wqoi0t/5znfKCp1nn302sVPLskEse6NUbPWZHDZsmGnbtq2dQJQMHW3hev75582+++5rtH6K0DRPZchIeuZR6Gi7qmKqbCSdDuhbU7H7HTt2mDPOOGMX/ggd3yIVfTwInegM6QECeSWA0MlrZJkXBCISQOgEB1ib0FEvb7/9tv0lm5YtAnpZ0lYcvaCXWm0ZOnrpU6aHXmxp2SLQuHFj07Jly6q6UlGEjtaBtlx98skn2YIQcbQtWrSwJ+aVTtIr112WtlwplrfddpvdLivB6zrHcgzi+nNJJmVI/eAHPzCtW7eu6hahExdhf/qhILI/sWAkEPCNAELHt4gwHgh4QoCTroIHoi6hE7wn7vCVQG1Cx9exMq7gBKIIneBPK+YdWRI6yn755S9/aTO4TjrpJO8Kyr/44otm3rx55nvf+5456KCDEDo5/kghdHIcXKYGgYgEEDoRAXI7BPJMgMLIwaKL0AnGK4tXI3SyGDX3MSN03FmFvTKLQkc1kQYMGOCd0Jk/f76ZNm2aufLKKxE6YRdkRu6jIHJGAsUwIVABAgidCkDnkRDICgGETrBIIXSC8cri1QidLEbNfcwIHXdWYa+MW+iogPlbb71l2rdvH3ZIdd5XytA55phjzMCBA70TOiq0P336dIRO7JH3q0Pq5/gVD0YDAd8IIHR8iwjjgYBHBKijEywYCJ1gvLJ4NUIni1FzHzNCx51V2CtdhI4KVus6xaNcgWnVuVGNmzZt2oQakk6yO+SQQ2otao7QCYW03pt0CtzaRdeYAd1XxN95TntE6OQ0sEwLAjERQOjEBJJuIJBHAgidYFFF6ATjlcWrETpZjJr7mBE67qzCXukidCRoHnzwQdOqVSuz11571fsoFaPesmWLvTZM07M6d+5sevbsudvtCJ0wROu/B6ETnOnkOR3NlLkdgt/IHRCAQCEIIHQKEWYmCYFwBCiMHIwbQicYryxejdDJYtTcx4zQcWcV9kpXofPCCy/YujXljkPX6VM6Xeywww4LNaQlS5bYk8kQOqHwBb4JoRMYmaEgcnBm3AGBIhFA6BQp2swVAiEIUEfHHRpCx51VVq9E6GQ1cm7jRui4cYpylavQWbBggRU6++67b72P+/jjj63Q6dAhXAbDyy+/bFSHB6ETJaru9yJ03FmVrkToBGfGHRAoEgGETpGizVwhEIIAQscdGkLHnVVWr0ToZDVybuNG6LhxinIVQicKvV3vpShyfCx97Yn6Ob5GhnFBwB8CCB1/YsFIIOAlgWvGLTDaekUrT6C60FEhT20F0C+/e+65p/nqV79atrhn+Sf4d8VXvvKVXM6rOmkVaFVr2LChmTBhghkzZoxp3ry5/Wfbt283+nPV+ShXvNW/6LmNSGv3iy++cLs4Y1eV1u9nn31mt/aoZsrUqVPN2LFjA89EjLR1p7ReAneQ0RtK66NBgwa1FhauOS2ETnyBRujEx9LXnhA6vkaGcUHAHwIIHX9iwUgg4CUBCiO7h6W60Pnggw/MzJkz7Qve+vXrzdtvv53bF70mTZoYzTdvL/0SNAceeKD9S8JmyJAhZtq0aWbUqFFW6Hz00Ufmt7/9rX2JXbZsmRV4eWtisMcee5jGjRubrVu35m16ds22bNnSHHvssVbIaYvPo48+GkrorFmzxjz//PN2PeRZ8FVfBPp+03YnfUYkxfTZ0Pzrawid+D5GCJ34WPraEwWRfY0M44KAPwQQOv7EgpFAwEsCCB33sFQXOps2bTIvvviiOeGEE8xPf/pTc+ihh5p+/fq5d5aBK/UyPGPGDLN06VL7Aqw55qm9//775uGHHzannXaazd5Q0dVZs2aZkSNHWqEjSaeXf9XuuPvuu80ll1xStt5H1vh8+OGH5rLLLrNz69OnT+7mJwGjorj/9m//ZqZMmWJOPfVU89RTT4USOqoNoowffS70mdD/znOTtOrevbuVmeImfsOHDzcSvAiddCKP0EmHcyWfQv2cStLn2RDIBgGETjbixCghUFEC1NFxw1+b0OnWrZu57bbbzMknn2zOOusst44ycpVeXO+77z7z2GOPmRtvvDH0KTO+TlcZKT/84Q+t0FFh1tatW+8idJSZoLl36dLFHrF8/fXXm/3228/X6YQal7KQ+vbta77//e+bc889N3dCZ86cOWb69OnmRz/6kfnjH/9o+vfvH1roqLiuspmeeOIJK29btGgRinlWbnr99ddtBqKODT/zzDMtv3POOQehk2IAETopwq7Qoy6+aUiFnsxjIQCBrBBA6GQlUowTAhUkQB0dN/j1CR1lNwwbNsyto4xcJaFzzz332K1l1157renYsWNGRu42zPfee8/ccsstTkJn0qRJVmrlTehIain74uqrr7a1g/I2P2VcPfLII+bmm2+OReionsy8efMsq7wLnZUrV5rVq1fbOlJDhw5F6Lh9rcR6FUInVpzedUb9HO9CwoAg4CUBhI6XYWFQEPCLANuu3OJRU+hoC4a2XN166612uwpCx42jL1dJ6Pz4xz+uEjoHH3zwbhk6ysbo1KmTeeCBB8wNN9yQO+FRBKGjbYPK0PnTn/5kM2vCbrlShk5J6KiWTKtWrXxZyomM489//rNZt26dLSSt+lLid/bZZ5Ohkwjt2jtF6KQIuwKPQuhUADqPhEAGCSB0Mhg0hgyBtAkgdNyIVxc67777rt2Oc+SRR9qXfW1bQei4cfTlKgkdyThtqdKL+oknnmieeeaZXWroTJw40XTu3Nn+c9VhyVsGS96FzuzZs62I+Pu//3tbD0kiBqHj9gmU0HnjjTfMxo0brbhWppNqLVFDx41fHFchdOKg6G8f1M/xNzaMDAI+EUDo+BQNxgIBjwlQR6d8cKoLHdWW0NYL/YKtAqnatoLQKc/QpytKQkf1c5SFM2jQIKOtVaNHj7ZFkXUkvWrnvPbaa7ZAsrJ5EDo+RbD8WFRD5/bbb7eZJTrtSkV+JSbCHFtexAwdneC3YsUK07RpU7vFbODAgWbPPfesFzynXJVfl65XIHRcSWXzOoRONuPGqCGQNgGETtrEeR4EMkoAoVM+cNWFTulqHef9//7f/zO9e/dG6JRH6NUVpRo6Ejn6S238+PG2PoqETqnppCSJHrZceRU+p8Goho4y6VT8WllY27ZtM1OnTkXoONArbbn69NNPzRlnnGFPgnNpCB0XSm7XIHTcOGX1KgoiZzVyjBsC6RJA6KTLm6dBILME2HZVPnS1CZ0tW7bYwrrU0CnPz7crqhdFHjx4cJ1CZ8GCBVboUBTZtwiWH0/1osgInfK8ql9REjqlosgInWD84rgaoRMHRT/7oH6On3FhVBDwkQBCx8eoMCYIeEgAoVM+KAid/J5yhdDJ/ylXCJ3y33EInT2CQUr4aoROwoAr2D3brSoIn0dDIGMEEDoZCxjDhUClCHRqt8Xo+HJa3QQQOggdauhk6xuCDJ3w8SJDJzy7uO5E6MRF0r9+EDr+xYQRQcBXAggdXyPDuCDgIQHq6NQfFIQOQgeh4+EXVz1DQuiEjxdCJzy7uO5E6MRF0r9+qJ/jX0wYEQR8JYDQ8TUyjAsCHhJg2xVCpzqBL774wtxzzz1m5syZ5tprrzUdOyJ0EDoefnEhdBIJCkInEayBOkXoBMKVmYupn5OZUDFQCHhBAKHjRRgYBASyQQChg9BB6Ox+yhVFkbPx/VXbKMnQCR87hE54dnHdidCJi6Rf/bDdyq94MBoI+E4AoeN7hBgfBDwiQB0dhA5CB6Hj0VdS5KEgdMIjTFroPP/882bAgAFmn332qXeQn3zyiXn77bfNEUccEWoyixYtMjp6vWfPnrvdv2PHDvPLX/7SHHPMMWbgwIFmjz0oihwKcrWbFi5caNYuusYM6L4iale5vR+hk9vQMjEIJEIAoZMIVjqFQH4JUEen7tjGVUNHLxcffPBBrQ/SSTx/+ctf7J995StfcVpouu6///u/7V8179ELygEHHBDqRSWOLVeay4cffmh27twZaE6l+WsMQTjsv//+xvV45aSPLd+2bVvVvEuB1FyCzEn3KYafffaZ5VAXC70Ua+5B29atW82pp55qrr463ClXtc3RZQxh1rni2rhxY5fuq67xUehIIugzUWpi8fnnn9cb35qTLt2jv9fX9txzT8ssjKhIUuhs2rTJPPXUU6ZPnz5lhY54vfvuu6Zt27bO3wXVmSxbtsw0aNDAPqtmQ+gE+jg5XYzQKY+J+jnlGXEFBCDwNwIIHVYDBCAQiADbrurGFZfQ+d3vfmc+/vjj3cSDXrr04qKX94MPPtgpbnrB/+ijj+wLYqtWrUzNFzy9sOiX6RNOOMGpv+oXxSF0XnrpJVuDR3Nq3bq10xg0J73gikWLFi3sy5hL0z0SG+PGjXO53CQpdCQ6brnlll2yCjQvZRpIvDRq1MhpjIrn+vXrTcOGDU3Tpk3rvEcvyFdeeaUJWuMnitDRmtMcDzvsMDsuV/GmOW3evNlmTRx00EFOHHSROPzjP/6jMzvd46PQ+e1vf2u2b99uP//6zL/++uvmwAMPNPvuu68Ti9I60hoqJ/H0+T/ppJPMcccd59R39YuSFDpaO4888oj93ionpSSDtU71/RamiVffvn1Nhw4ddrsdoROGaP33IHTq50P9nPjXHD1CIO8EEDp5jzDzg0DMBBA6dQONS+hMmDDBnH/++bu8fCu7Ri832h6gX5L1y7pL0wvJqlWrrACS/KjZXnvtNSsR+vXr59LdLtfEIXQkcyROxowZ45wloKyeNWvW2BfeNm3aOI1bY128eLF58sknzT/90z853ZOk0HnnnXfMtGnTzKWXXmrHovFt3LjRbNmyxXTu3LnsS6zu0ZqQ1FL8unfvXu+cJk6caIYNG2aaN2/uNPfSRVGEjiTSz372MzvHdu3aOT9X2WmrV682Rx99tNlrr72c7tOa+PnPf27Gjh1b6zqvqxMfhc5dd91lvv71r1v5qM+u1sZRRx3lxEFrQutIf2kdleO3fPlyu+Zqy04p98AkhU65Z1f/c8VenwHX74IgfSN0gtByuxahUz8ntlu5rSOuggAE/kYAocNqgAAEAhNg21XtyOIUOqNHjzbNmjWretnfsGGDeeONN2wtB9fsDWWBaDvBoYcearcj1NZeeeUV8/7779tfqIO2OITO7Nmz7Zavbt26OT1emQt6kVRGSqdOnZzEh174lOWgDA69wH73u991elaSQkci5qGHHjJXXHGF3XYlsaZMquOPP94540jzUT962ReP+tqvf/1rM3LkyKo15QTgrxdFETqSCrfeequ58cYby46vNB5l5kjWKaunNgFZ27hLNVR+//vfm6uuuirQHH0VOkOHDrWxVevatatruMybb75p5YZkjsv2M0lOfaZ69+7t/IzShb4IHWUzSpDWlmETeFI1bigJHcVA9XzCbE2LOob67p8/f74Vw8q+q57NJimqtT1o0CDnz16S46zeN0KnftIInbRWIs+BQH4IIHTyE0tmAoHUCCB0akedlNCRzNHLu15Y6ttWU31U+tVd8qJ9+/b1bs+qtNCZM2eOadmypVMGgl7cVqxYYZo0aWJf+MttxSjxkNQqbd/Ry89ll13m9FlJQ+hcdNFFVVkYLhkVpYGvXbvWZmF06dKl7LYa3VMpoXPfffeZ733ve068ldGjjJSOHTtameOyRUtrQjJM220efvhhm+nlKoI0KB+Fzh133GHjqjnpM++6ziUttSaU2eQiczR/ndAm4ZnlDJ2khY4yv/R9o61pvgmdF1980Tz99NPm+9//PkLH6VvG74vYbuV3fBgdBHwlgNDxNTKMCwIeE2DbVXpCRy9oS5YsMV/72tfsi7vLS65+nZWoUQZLuS02PggdvYDrJbS+piyWpUuX2vlo+44LB/WnLWp64RM/bVm7//77zeWXX+706Upa6EydOtVudZNsCiJztB1JfymryrXAcyWEjgTNvffea7NmyjVdq/j26NHDSVCpP20vmjdvnhWWeuEeP368OffcczMvdH7yk59YeSAWrgJB60EZPaqF5VpTSgwnTZpkxVGYLZdFydC5++677fY311iUW+tx/rnqgumz841vfGOXGmRk6MRJOb2+EDrpseZJEMgTAYROnqLJXCCQEgGETvJCZ9SoUbZQsLZE6MW93Jaa0oi0/UQSQ9LDpchwFoSOOCjLRkVhlb3hkrGg7WArV67cpT6IspZ8ETp6CdOLu17EXGvFSGAoU0t/6YU/SPNZ6GiblTKvjj32WGeZI8H37LPP2mLBpfoyv/rVr3IhdBQrZRppK6JL0xYrbcfUdr1yR3zX7E+fK4nOXr16uTxql2uKJHQkyYKIssAwQ94gsa0YKkOntEVXXSF0QgKt8G1st6pwAHg8BDJKAKGT0cAxbAhUmgDbrnaPQFxbrrTlQhJHL1rK3Ch3Uk1pJKqF8+qrr9p6Oa4FQn0XOqWaOTqd6cgjj3SSOeKhbSTKsNFLTqkwrE9CRzU/9OL+gx/8wLnAdalmjrbjBD2tylehU6qZIwGprXcuTS+rDMp59AAAIABJREFUWufaeqfPR6nlReioKPKIESMCba/UGnf9nqjOWPJXEpgaOnWvPNW2UpafhKqPTaKpusxB6PgYJbcxcVy5GyeuggAEdiWA0GFFQAACoQiQpZOc0Lntttts1oG2Ceml1aUpi0VyRlk5ylpwbT4LHckc1QFS3SC98Ltk5tQ3b5+EjuoiTZ482Xn7lwoFa0uNsnlcX9z1EqrtXOJ35513pl4UudyWK/25MnMkZbSVzmUbnbaYaHuRXmJLx6EXXei4ftZ1nYr86q/S9wpCJwi97FxLhk52YlUaKdutshczRgwBXwggdHyJBOOAQMYIIHSSEzrKNBg+fLjTlqnSKPTrsbJSXI8zL93nq9CRoFLtoKA1c7IidKqfclXuo1+qmdO/f/9A8ZXMkQDRdj3fhI6yp7SdUFt9gmQblda56pnUFEBFzdApt35Kf661oAK6ksUl6YvQcaWXresQOtmKl0bLdqvsxYwRQ8AXAggdXyLBOCCQQQJsu9o1aHFtuZowYYKtoeF6olXQpSNZopobOs5cpwpV8thynXJVsyiy6qNoS43qgQTZZiVJoq0nNbcflPj4lKHjKnSUTaHTi5TFEqUoq09brrTNSutOW8dc68S4rPGiCB1lXuk4eR1T7bomtG3ohRdesJ+nQw45pAonQsdlZWXvGoRO9mKG0MlezBgxBHwhgNDxJRKMAwIZJHDNuAWmU7stGRx5MkOOU+iMHj26TjFRGr1e6pR9EaRYp36l1zYmvQjq5U6FTX0SOpJNJZnjWgC5xEP3KmujriylLAqdUt0Ol+1I4iABJKlV80XfF6FTvWaO69HkqvEiDuUKgxdF6Kjgtz7HirPLutD3hI52l8jRiWDVWx6Ejta8CkMffvjhyXyxZ7BXhE62gsZ2q2zFi9FCwDcCCB3fIsJ4IJAhAmy72jVYaQsdvRw3atTI+ehqjfall16qOi1KL4S+bbmSlNHLiLKTotbMqflRyqLQCfJ1sG3bNrN27Vor6nQiWPXmg9DZuHGjlXU6zUpZVC4yQnNQdomETrnaQUUROkHWhOpQ6RQkZeMpo6cmc1+EjuKrIvClWAeZo4SOMt5UZ6tITbGUuNVWW31XantqqQA8QidbKwGhk614MVoI+EYAoeNbRBgPBDJEQNk5ytKhfUkgbaETlLuOeZYA6tq1a9WLnW9CJ+icJGkkf1zkQFaEjrbDNW7c2LkgtpjppU71UTp16rRbFob+vNJCR9uEFi5caHr06BH4aG3XNZFnoSN+yjzbe++9XXHYLJ6nnnrKHHPMMXXW4/JF6EhA6HQvZWEFPXpdtaKUhdSqVSun7wFngJ5fKPmtDEudDqesre7du5vBgwfbUSN0PA9ejeGx3Spb8WK0EPCNAELHt4gwHghkjAB1dP4WsDSEjl7cXetmlEammjT6D3/9iqvsiOrNB6GjOiqSTEEycsRBdViUgdCtWzenF7msCB1lHCjGpV/by30lKLPhxRdfNB06dKjzuPpKCx29cKq5xjjMOv+v//ovW3tKW7lc26xZs8wjjzxibr75Zjs2ZTlNnTrVjB071rWLqutefvll28e8efPMqFGjrGAI02oeW64j7tetWxfohDOtCY3niCOO2KVmTs3x+CR0nnzySctPosJ1nWg+Ejr6bNeWgRSGf1bu0VZEzV0F9PW/VWT8zDPPROhkJYD/M06yczIWMIYLAQ8JIHQ8DApDgkCWCLDtKj2ho5cW/RIdpFaEXowlc0o1c2rKoEoLHWWVSGD069cvUPaB6gBJ5ujEHpdf9LWlQ/c88cQT5qqrrnL6iOkkpltuucWcdtppVb98jx8/3koDbW8otQULFphJkyaZG2+80fnEJteiyOUGqjWxcuVK07Zt23pPRau00Ck3j+p/Lhmh7Vk6ljyIvPzpT39qxo0bt0tsyj3Xd6GjbK3169fbAtJ1FfuuOUdJKdXMad26da3ZWtWv90noTJ8+3X6mTz/99N22DNYXRwnrDRs22M9AUZq+z7R9VtLusssus/9e0PfAkCFDEDoZWwQInYwFjOFCwEMCCB0Pg8KQIJAlAgiddISOChdLzOi0I9cXO41MJ9voWGgVGK4t46PSQkenXGk+2hbism1Kc9Iv0fplWlk9LjJH90ig6Bj0FStWmCuvvNLpI5am0NGLrOreuDLQBCQ+VJNG4qN0DHVdE8uK0FFc9ZKqbAvVRHHl8eabbxrJtn/4h38I9PnwVeiMHDnSFitXTaQTTzyxbP2gUtwlR/X5kNxwyVjxSegoU0qZXCNGjAgkdBR7fQ769+8fqEC805eApxdJ6Dz33HPmmWeeMRdffDFCx9M4uQyL7VYulLgGAhCojwBCh/UBAQhEJsC2qy8RJrXlSun0+jVWxW5dt3GU/oNfNSmOP/74OmPsg9CpeWx5fQtSUkbFoE899VTndat6EnrJVWaTsgD0i7ZLS0vo6KVdp/T06dPHZVj2GsVXMkKCT5kY5VoWhI7mNHv2bDsf1QJyabpHGSzKRJs5c6aVAVnfcjVx4kTTu3dvm3Vy8skn13lqW00+2qqkbUsSnS5rQvcvXbrUqD5Pr169XHDvco0Es7aCSUYOHTrUOcNO85oyZcoun0N9RiV0FEfJrJpFvesanDLUlCGnE7y0TUuZTEGyugJP2pMbtO61tU9/XXTRRbaYtKQWGTqeBCjAMC6+6cusKhoEIACBsAQQOmHJcR8EIFBFgCydL1EkIXSUhSHpolNq2rRp47TqtAVB24v0gqPMl/paVoSOXvS0jUQvfieccIJTjQ299EjK6MWzxOH+++83l19+uRPHpIXOww8/bM466yzz1ltv2dpGri+xYiDBV1/NnJoTvPPOO63sCJLdpT60lUPy7Oqrr7ZbzZTt5do2bdpk7r33XqctbpIKyhbR+PRS7tpUX0Yvs8pSuuOOO8y5556beaHzn//5n1beSuqovpRL05qQnBEHyQ2XJgGkLYh6xkknneRyyy7X+CB0JJNWr15tlKUjXiom7prVFXjCHt1QEvYS1H379rU1dPTZ1HY1NYoiexSseobCdqtsxIlRQsB3Aggd3yPE+CCQAQIInS+DFLfQUZ96aQrykqYtCzqmWCfiaJuV/l5fy4rQEQe9tOhl30V86IVHWS960VO2R5MmTWzhVF+EjmrEqIivCpoqc6jckdylGGoOKgatLTUHH3yw07eD1sQvfvELc8EFF9gTwYK0NIROKbtAdYlUxNe1qb6MthiJhbbe5eWUq1/+8pfm7LPPdq4JE6RmTomtuEkASYZIFAfJDiv14YPQ0Vh0ep+yU7S+Xbdguq4xX68rZeg89thjZsCAAVZkaYtiqbYXQsfXyO06LrZbZSNOjBICvhNA6PgeIcYHgYwQYNtVfEJH22P0S6syN/RLffUCvOWWw/z5860c0H0upyRJ/kgS6FfeoE2i4J577rFbXa699lorkII21dApt+VKmRt6AdVpVq7HNqtmjl74JXP0sqPmk9BRZolqvvzgBz9wfgmV+NBLuARQuZo5pTgos0kv7Q888IC54oorAh2Frj6SFjo6Wlt1njQfiUvX043WrFlj6yhJAJXWeV6Ejk650rYjSchyTdl4OuGsffv2TjVzSv0prnrp12dColTZLUFbpYWOvh+13UqfJf2lLDcVMA+y5S7onH25viR0JLMuueSS3TLvEDq+RKr+cbDdKhtxYpQQ8J0AQsf3CDE+CGSEAFk68Qkd/UKvX1t79Ojh/OIuuaIXYwmP+mrm1FxOzz//fNUpU0GXWtJCR/3rl3e9dOoULNemlxlJoOOOO26XLSs+CR3VEdHx2JdeeqnTtCQ+dCKYRJ3rlhrdo2weZeU8+uijZtiwYV5tuZJsmjt3rs00Ui0gl6YXWWVdaatNzTo7eRI62h5XLptKQkt1lILUzKnJ2LeiyKUaOpJ0+vzr73VtodLctQ5KdXP0/yV99bnPe6sudFQUuab0R+j4vwLYbuV/jBghBLJCAKGTlUgxTgh4TgChE5/Q+dnPfmYGDhxojj76aKeo61d6nd6k7AbXe0od66QU3X/KKac4Pav6RUkKnVLNHNUQkqAqt3VM49JLjrYyiYVq5tSsF+OT0AlybLmyKUpFnV3rKKk+iooFi5vqL5WyPnypoaMXcc1JWShhauZIeDZo0GCXNVskoaNtVsqQKXdcfXVAWhNaD9UFia9CZ9q0aVbWDB482GYe1daUnSLpddRRR9k/VrZfy5Ytq/5/4C+0DN2A0MlQsOoYKtutsh9DZgABXwggdHyJBOOAQA4IFH3bVZw1dFSAttwv9KUlo5Of9Eu2iuS6bLOqvtR83XKlzBxtswpaM0d1c5TFUlsx2SwKHR1dXaqZU9eLbW1fHSpILH7KftFLvE+nXGlc2gamE9i0zcq16TQwycdSzZya9xVF6Cj7QmtCJ1m51lESK/HTGqpeZ8ZXoaOTvrRVUrV9tMWwtqYju7W9qpTdhdD5GyUydFy/VSp3HdutKseeJ0MgbwQQOnmLKPOBQAUJFD1LJ06hM3r0aKftMfqVWvJCLzUuWSw1l4ePRZH1kqlf50888cTdsjDqWt7awqQjlCWASjVzal6bNaGj2iZiEaRmTmnO2m6ljK1STRpfhI6yupRZoswcCQnXE4lKNXMkLeta50UQOloTOuFMtYMkZ1z5aV1oi5aEb/U6Rb4JHa2Pc845x/z4xz+224gGDRpU53Y8CZ2XX37Zft51n2pm6XszaJZiBf+VGfrRZOiERufFjWy38iIMDAICuSGA0MlNKJkIBCpPoFO7LeaacQsqP5AKjSAuoXP77bfbF5P6jizWliTJGL3cBnmB0bYLZW/oZVAvdtqetHnz5kA1akp449hyNXv2bNOqVSubVaP+lHmgX5dVP8i16eVGQqdRo0b1nhalbSo65UrFgV1a0seWP/jgg3XW0JGQkfhQsWDxidp+85vf2EK7aW+5UtHs7373u3b4WrMrV660cXLdOqbYanuaRIayeeoTGBMmTMjFseWlI+ZrE5PaRqc6WXGsCcVEGXqSp74URVZ8SwWedZqdMu5U7Li2Ytn6LtMWS62p5cuX25PB9L0WRmxH/XylfT9CJ23i8T6P7Vbx8qQ3CBSdAEKn6CuA+UMgZgJF3nYVl9DRC51e5Pfbb786oyPZIEEhEaIXZdemFwFtW1H9Eb08Se6oHknPnj1du6i6Lg6hoxo+eklV7QvVy9ELnLIw9thjj0DjKb3oa351tY8//tjKARURdWlJCh1lC6n49cknn1zrUHSCjxhoS019c3KZh65RJoMKMLsej17qN8opV7r3tttuq6rPpLUmeSAx4zonZZWUBGS5F3WtJcmj+kRoTV4qpPvII4+Ym2++2UoDfaZUrHrs2LGuaKuuE2P1MW/ePDNq1KjQ0kX1jvT515a02prWRZDPfH0TkRBRto+y4YK2JE650udYxa61LUz/W9JGNXLqO/1MvDWWb37zm3UyCzo3369H6PgeobrHR3ZOdmPHyCHgKwGEjq+RYVwQyCiBIm+7ikvo6AhevQzX1yRT9JKjlx7Xl+NSf9XvKUmDoC/66isOoSOJo/nqBbU0D80r6JxcPy7a6uNadyRJoVPKVqlr3PpzCYy4OGirjbZuuR4LHofQ0fpQ9kRpDvr/Wm9B56TrXdaE+pYMDDJHH4WOpKbEUm3NRVy6fhZ0ndaYPg/KmgrakhA6WiNDhw41yuzSmHr16mU6duxY59DEScJP3yMShfp8B9mGFnTOvlyP0PElEsHHMXlORzNlbofgN3IHBCAAgToIIHRYGhCAQOwEipqlE5fQiT0gCXUYh9BJaGixdJuk0IllgCl0EiVDJ4XhRX6Ej0In8qRS6iAJoVM6tvy//uu/bDbZqaeeaiVdXU1CR5lZymjSdqugdYVSQhX7Y+ISOuInGaaMTW3HLJcFF8dEFi5caNYuusYM6L4iju4y1wfbrTIXMgYMAe8JIHS8DxEDhED2CKiOjurpFK0hdOr+JT2LawGhY2ymmF6qr776aqOT1+rbBpjFGCN0wkctSaHz4osvGp3w1q9fP5t1U19TFtjixYvt+ixKk9CRyFJhaG0hVQHp6q3mKVeqyaUtp6pLJImjLa7a/njTTTfZLbjq7xvf+Ib52te+ljjCIgsdtlslvrx4AAQKSQChU8iwM2kIJEugqNuuEDoInbwJD4SO+3dlXDV03J9Y2SuTFDoSD65NJ6Dp5K+BAwe63pL56yRgNGdJHdV7atq06S5zUtaNagudcsopth6R5Nirr75qunfvbgvDjxs3zgoe/W9ta1Mds7Zt24aqpRYUZpGFDtk5QVcL10MAAi4EEDoulLgGAhAITKCI265qEzp6If7Rj35k+vTpY4YNGxaYo883FGHLlY5PPu2008zpp59uQzF+/HibCVD9F/EFCxaYBx54wNxwww25y2ApgtCZMWOG/Yz6UhTZ58989bGVhM6OHTvMkCFD7OlbLk0n0k2ZMsVcdtllVZcro0TFqUtbroIKnV//+tf2NKwiNWUm6ZRCZdDVrIGkU+EkcMRE26kkb1Rb6KyzzjI33nijzXzSNeKu7LulS5faY+3DFMcOyrzIQufim4YExcX1EIAABMoSQOiURcQFEIBAGAJFzNKpLnQkO3SS0bp168y9995r/wM670JHxw2rwLFeDJSp4lp8OMz6SuMebbm69dZb7Sk7emnSfPTiWF3oqIBtaevDv/3bv+Ve6GibhrZs6OVQWQH6K8tFaGfPnm3+9Kc/mb//+7+3kk6FleM85UqfBZ1YpowKHUOuZwQp2pzGOg/7DAmdN954wx4dfsIJJ9hTvVq0aFG2u7iFzurVq+0pV0XK0BHkJUuWmKefftqcf/75u21L++ijj4xEs/69o4Lo+nfRCy+8YLp162bl87e//W37Pa0MHclq8dNnuUePHmXjF/WCogodtltFXTncDwEI1EUAocPagAAEEiFQdKGjk1f0oqhfR/VL6YABA8zZZ5+dCOtKdVo9Q+f666+3LwgPPfSQPU1JLxP/5//8n91qO1RqrGGeWxI6yhbQS9Ho0aPNnDlzzMiRI+28FGMdd60aHxI7yubJ65ar73//+zYLQ8Vqday0jpPWr/vf+ta3Qp2QFCYeSdyjeN5+++02c0ExvOCCC8wTTzwR27HlennWdhdtexEvrSGJjzw0SQBt1VGWiD4DkjtXXXWVLWZcX0tK6Oh0rKK0oEWRlUUl8Sbhpi1qRx99tK2h83//7/+1pxUqM+rcc89ly1WCC4jtVgnCpWsIFJwAQqfgC4DpQyBJAkXbdlU9Q0cv+/olUkUmb7nlFtO7d+9cZ+hI6OilQSKna9euZvr06eaKK67I9MtrqSjyoEGD7Au5MnRURLckdCQAZs6caTp37mwmTZqU6y1XEjqDBw+2x0mrLoeKrC5fvtyMGjUq00JH8XzsscfMD3/4QytgldHw1FNPxSZ01KfWjbYjvfbaa3b7nk5kykMrbbmSyD3jjDMsP0nrckWMETrRox9U6NT2REkcfYb1va3MtNKx79FHV38PRczQITsn6VVF/xAoNgGETrHjz+whkCiBomXp1BQ6OqlFKe633XZb7mvolISOtrAcf/zxtkbGP/7jP9rTVLLaqp9ypSyd1q1b7yJ0tL1MMqBLly5W6Kg2RZ4zdPTSri1n2n6m+huvv/66Oe+88zIvdFS7RZlWf/zjH03//v1jFzrK7pLk0NYgZQLlTego00PZMeJ3zjnnIHRS+MKLQ+ikMMxaH1FEoTN5TkczZW6HSiHnuRCAQM4JIHRyHmCmB4FKEyhSlk7RhY624ejXd2VwTJgwwb7cZfnlFaHzt2PLlaGjWhsSWH/3d39nhc7jjz9uM05qFmSt9HdOkOdXP7Y8CaGjLVcnn3yylRza3nXcccdl+jNRnW3NU64QOkFWXrRrETrR+KV9N9ut0ibO8yBQLAIInWLFm9lCIHUCRcrSqSl05s+fbzN0fv7zn5uTTjop91uudu7caYWOshxUa0Vbk7IudFQXp2/fvnbLjIo+19xypa1lqimjQrp5z9CR0NGJUBdddJE9NUdCR9vRsix0lFE2bdo086//+q/mwQcftIIqzi1XEjradqlMNa0dHRud5c9ETaGjujkqwCtumqu24LHlKvl/zSJ0kmcc1xPYbhUXSfqBAATqIoDQYW1AAAKJEiiq0FEhVL386j+8tfVK21TyfMqVtlzlUejolCu9oOoEGNWQkcTQS6uKIivGd9xxh9lzzz3tdhpt28nzlqs8Ch1lzWgbmQrCqu6VtkQpxmPHjg38vfjyyy/bE6zmzZtn14iKH+dd6KgosmoDaTuiZO64ceNMw4YN62XnWw0d1ZCRoNR3ddCmz76KQKsGTZoNoZMm7WjPIjsnGj/uhgAEyhNA6JRnxBUQgEBEAkXZdlU9Q0cFJ7du3WqPeNYpOmToRFxEFbi9tOVKGRaKn06Iueuuu+xJRRI6Oh3m3XffNYsWLbLFkXViDEKnAoGK8Ehl6EyePNn8r//1v2wWll7MlbGD0CkPtXRsub7jevbsade+PhfljrH3TejcfffdtjCwah0FbSoIraO+lYmZZkPopEk7/LPIzgnPjjshAAF3Aggdd1ZcCQEIhCRQlCyd6kKnhGrLli32lKs+ffoUIkNHhYK1RenOO++0NXQOOuigkKum8rdVr6Gj7By18ePHmzFjxuxyHLtO9ipCUWRl6Dz66KP2aG+9yEpi5amGjrJrJCe0fS4uoXP//ffbLYjalvb000/nuoaOhJhLi1vorF271ixbtswWZg7T7r33XjN8+HCjwudBmzLztO1MMU6zuQgdbR0cOHCgPaGv1LTG9VclW5GKIlMMuZIrjWdDoDgEEDrFiTUzhUBFCRQhS6fIQue6666zv3Aru0Hbk7QV4zvf+U6m66sgdP5WFPnqq6+2QlKConHjxkYZaIq3/lmYF+GKfhlVe3j1oshJCJ1nnnnGrFy50mb/qP8hQ4aUrTHjC5ty46hZFLkSQueDDz4wS5cuNevWrbPyQmuzusAoNwf9+R/+8Ad73LruDdokkjZv3myPu0+zuQgdbSds1qyZ3RInJh9++KHNJuratWvZLKok51IkocN2qyRXEn1DAAIlAggd1gIEIJAKgSJk6RRZ6Fx77bXmiCOOsAVSSy/7WS6Wqw8FQmdXoaPMJG2nUXaOml4SsyxzNIekhY4+C3qR1gu4hId4lduSlMoXcgwP8UHovPXWW3bLnGSMMsgQOl8GVqJr7ty5RicPSuq0a9fOZjEdcMABdvtoJddgUYQO261i+JKhCwhAwIkAQscJExdBAAJRCXRqt8VcM25B1G68vr/oQqdjx45exyfo4BA6uwudvNUISlroBF1zWbreB6GjOlYqYq0aONo2FablNUOnJHS0LUxSR/JLW39VoB+hE2alBLuH7JxgvLgaAhAITwChE54dd0IAAgEJ5D1LB6GD0Mmb8FBhb70AasuVMnTyNj+ETsAv8WqX+yB0tNXqT3/6kz0KXnWulIHClqu/ZegoXCeccII5+OCD7dY0ia8TTzwRoRN+2TvdSXaOEyYuggAEYiKA0IkJJN1AAALlCSB0hpWHlKEr9Ov4PffcY4vjassVGTo35k54IHTcP5C1HVvufnf2rvRB6GzcuNEsWbLErFmzxpxyyilWXOgY8SBN32GqoRP0Pj3j1VdftVszfayhowwdbfXr0qWL6dChgz2Nb+fOnbaODhk6QVZI8GvJzgnOjDsgAIHwBBA64dlxJwQgEIJAnosjk6FDhk7eMlgQOu5fcgidypxypVOmXnnlFXPmmWe6B6valXfccYfNQgsjdFTwWpJEp72l2VyKIpeEzjHHHGPat29vFi9ebMdKhk6ykSI7J1m+9A4BCOxOAKHDqoAABFIlkOcsHYQOQgehk+rXSeSHseUqPEIfMnQ0etWI0VjCHlv+8MMPGx2lHuY4b91z8sknm86dO4cHGeJOV6GjotxNmjQxbdu2tYz0v3v37k2GTgjmrrdwVLkrKa6DAATiIoDQiYsk/UAAAs4E8pqlg9BB6CB0nL8GvLgQoRM+DHkROuEJVO5OF6Hz9NNP2xPplMHUvHlzs379etOrVy+KIicctotvGpLwE+geAhCAwK4EEDqsCAhAIHUCec3SQeggdBA6qX+dRHogQic8PoROeHZR73QROtpy1aBBA1sIuUWLFubNN9+0W6/YchWVft33s90qObb0DAEI1E0AocPqgAAEKkIgj1k6CB2EDkKnIl8noR+K0AmNzm7h0SlT27dvt9ud9t67MjV0om65Ck+gcneWhM5zzz1nLrroInssefX2wQcfGK3tnj17mg8//NAWR1Y76KCDTOPGjSs38L8+eeHChWbtomvMgO4rKjqOJB5OMeQkqNInBCBQjgBCpxwh/hwCEEiEQB6zdBA6CB2ETiJfF4l1itAJjxahE55d1DslaCRzdGT74Ycfbk/X69u3rznyyCNt1yWhM2jQINOwYcOoj4v1/rwKHbJzYl0mdAYBCAQggNAJAItLIQCB+Ah0arfFXDNuQXwdetATQgehg9Dx4IMYYAgInQCwalyK0AnPLuqdpQydmTNnmnPOOcds27bNvP/++2b48OEInahwQ95Pdk5IcNwGAQhEJoDQiYyQDiAAgbAE8palg9BB6CB0wn4bVOY+hE547gid8Oyi3lm9hs4ll1xiM3IUjyFDvizIS4ZOVMLB7ic7JxgvroYABOIlgNCJlye9QQACAQggdALA8vDSL774wtxzzz1GvxJfe+21pmNHhA5Cx8OFWs+QEDrh44XQCc8u6p01iyJv3brVrFy5EqETFWzI+8nOCQmO2yAAgVgIIHRiwUgnEIBAWALadqXtV3loZOggdBA62fokI3TCxwuhE55d1DsROlEJxnc/2TnxsaQnCEAgHAGETjhu3AUBCMREIE9ZOggdhA5CJ6YvhpS6QeiEB+2T0Fm+fLk588wzw08mY3cEbhIXAAAgAElEQVSWhM6cOXPMyJEjzaeffmreeuutKgZsuUovoGTnpMeaJ0EAArUTQOiwMiAAgYoTyMsR5ggdhA5Cp+JfJ4EGgNAJhGuXi30ROmvWrDHTp083X/va18JPptqd7du3Ny1btoylr6Q6KZ1y9fDDD5sTTjjBHhnfqVMn06VLF/tIhE5S5Hftl+ycdDjzFAhAoH4CCB1WCAQgUHECecnSQeggdBA6Ff86CTQAhE4gXN4KHYmNXr16hZ/M/9y5ceNG89WvftWcffbZkftKsoNShs7TTz9tLrjgAtOsWTMrdTR2hE6S5Hftm+yc9FjzJAhAoG4CCB1WBwQg4AWBPGTpIHQQOggdL75OnAeB0HFGtduFvmTorF692qxYsaKqIHD4GRnz7rvvmpdfftkMHjzYfOUrX4nSVaL31qyh07x5812eR4ZOovht52TnJM+YJ0AAAm4EEDpunLgKAhBImEAesnQQOggdhE7CXxQxd4/QCQ/UJ6GjsQwdOjT8ZP7nzr/85S/mxRdfNIcddpg58MADI/eXVAcInaTIuvdLdo47K66EAASSJYDQSZYvvUMAAgEIZD1LB6GD0EHoBPjAe3ApQid8EPIqdGbMmGH69u1rDjjggPBwEr4ToZMw4DLdk51TWf48HQIQ2JUAQocVAQEIeEMg61k6CB2EDkLHm68Tp4EgdJww1XpRHoXORx99ZHRylLZc7bnnnuHhJHwnQidhwGW6Jzunsvx5OgQggNBhDUAAAh4TyHKWDkIHoYPQ8fjLpZahIXTCxytPQueLL76wIN5++22zcOFCc9ZZZ9n/XyoyHJ5SMncidJLh6tIr2TkulLgGAhBIkwAZOmnS5lkQgEBZAlnO0kHoIHQQOmU/4l5dgNAJHw5fhM769evNK6+8Eroo8o4dO8zy5cvN+++/bzZv3mzeeOMN061bN7PHHnuYPn36eJmpg9AJv26j3kl2TlSC3A8BCMRNAKETN1H6gwAEIhPIapZO3ELn008/NTqtRP/xHqQ1btzY7LPPPkFuCXWtftW+5557zMyZM821115rOnaMX+ho7lu2bDEqVhqkaf77779/pJNq3nvvPXPLLbeY0047zW7BUBs/frwZM2aMqX6qzIIFC8ykSZPMjTfeaOISOtu3bzfa/hGk6QVUsd9rr72C3FbvtVu3bjWnnnqqufrqq+2845qfywDTYJBFobNz506zbdu2QN8LOrFJR1trjcTVfBA6EjFz5861EmbIkCGmR48epkGDBoGmKJ6LFy82d955p1m5cqX9zmjVqpUZNmyYOffcc2NlFmhg9VyM0ImLZLB+yM4JxourIQCBdAggdNLhzFMgAIEABLKapRO30Fm7dq2t5/DZZ58509MWgf79+5vDDz/c+Z6wF6YhdD7//HPz4IMPWrHl2vRCdsQRR9jCplFeYCspdJYuXWokioI0FXE95ZRT7MtoXK2SQicMgyZNmlgGLVu2dEKQRaHz5ptvWomqz4Zrk+QbMWKEFX5xNR+EzrRp08z5559v9F303e9+11x//fWmYcOGgacolpJDV155pXn99detoL7gggtSFZhBBo3QCUIrvmvJzomPJT1BAALxEUDoxMeSniAAgRgJZFHqxC109B/tQTNTFAJJDEmNpFsaQkdzCPLiWpqz5h9F5qifSgodsS3V9QgSx7hjX0mhE4aB4i6p6br+syh0fPle8EHo6LtBmTlr1qwxEydOtBI3ShNbZYalmYkWZrxZFzrrFv+zObXb8jBTr9g9ZOdUDD0PhgAEyhBA6LBEIAABLwkgdIzZtGmT0UtTEKmjF9kuXbqYAw88MPG4piF0NPcXXnjBfPLJJ4Hmo/l37tw5UlHTSgod1QV57bXXAs1ZmQmKfZxZGJUUOtpGo2yJIE0v4mKg7XYuLYtCR1sQlb0URPhJ9Gk70r777uuCxekaH4SOBjp79myjo8avu+4606hRI6exZ/0iF6EzdepUc+yxx8a6BTMObsqE+vTdn5ozeq2Jo7vU+iA7JzXUPAgCEAhIAKETEBiXQwAC6RHImtSJO0Pnww8/tKeuBHlxk9Bp3bp1rC/1dUU8DaGjZ+jXd9W5CNK0/ejggw92ztSore9KCh29tL/77rtBpmxrhyj2cb60V1LoqEDtxo0bAzHYe++9LQPXGlJZFDoff/yx0barIN8Lylpq37594Poy9cH3RehoS6pqCrVo0SLQWsnyxS5CR/XN2rVr5/xZSIvHqlWrTIPtd5rh/d9O65GRn0N2TmSEdAABCCRIAKGTIFy6hgAEohPIUoHkuIVOdHrJ9pCG0El2BvX3XkmhU8l5V392JYVOGgyyKHTS4OLyDF+EjstY83aNi9DR2lZBd1e5mRajRYsWmfVLf5CpLVdk56S1OngOBCAQhgBCJww17oEABFIjkKUsnbiFjooi6wSXoEWRVRQ2b0WRla0UpOWhKPLzzz8fZMpGWUn9+vXLVVHkoAxUFFkMilAUOchWzD333DOXRZEDfUBydLGr0Bk0aFCoItFJolq4cKFZu+gaM6D7iiQfE1vfZOfEhpKOIACBhAggdBICS7cQgEB8BLKSpRO30NGx5WGOJ87bseXaehPk5VUrT79Ki4NrcdzaVmslM3RUmDWoxNJLe56OLdfWoqBHtwdlkMUMnbDfC82bN49cKLz654QMnfj+HRe0J4ROUGLhr7/4piHhb+ZOCEAAAikQQOikAJlHQAAC0QhkJUsnbqGzYcMGs3jx4kCnPKlWxnHHHWfriCTd0thyJZGjLCUJDtcmiaP6OeIgHmFbJYXO6tWrbUHsIE0FgY8//nijLJW4WiW3XIVhoKK4YqBsJZeWRaGjYukvvfRSIMmposjKXApzpHddHBE6LissmWsQOslwrdnr5DkdzZS5HdJ5GE+BAAQgEJIAQickOG6DAATSJZCFLJ24hc4HH3xg3nrrrUDFTyUzDjnkEOcX2ihRTEPo6Bk67SnItjPNSZkqhx56aGYzdCSTwhRFVuzjfGmvpNAJw0BFkcXAtTB0FoWOMrd0Cppe6l2bvhc6dOiQy6LIrgzydB1CJ/lostUqecY8AQIQiIcAQicejvQCAQgkTCALWTpxC52EkUbuPg2hE3mQETqoZIZOhGHHemslhU6sE6mjsywKnTS4uDyDDB0XSslcg9BJhmv1XimEnDxjngABCMRDAKETD0d6gQAEUiBwzbgFplO7LSk8KdwjEDodw4Hz9C6EjjEIHffF+fLLL9stfvPmzTOjRo2KtTi1+yjSuxKhkx7rmk9C6CTLnuycZPnSOwQgEC8BhE68POkNAhBIkIDvWTqzFx1lDjv+ZlvDo9RU1PXf//3fTe/evc2wYcMSpJN+10XJ0Dn99NPNwIEDLeC77rrLjBkzxuy///5VwF944QVz//33mxtuuMGojk2eWhGEzmOPPWZ++MMfWhmjWk3Tpk0z5557buAwqt6VtjY9++yzhRI6O3fuNIMHDzba7ubStKYeeughc+GFF1Zdrm1kM2bMsFsrR44c6bxlzuV5ebwGoZNsVMnOSZYvvUMAAvESQOjEy5PeIACBhAn4LHX++GhTs+b9IbZ2i14OVcvkk08+MStXrjSnnXaaOfvssxOmk273RRA6t956q9HJSZ06dbInLs2ZM8d069bNxlYxVvHdVatWmY0bNxpdi9BJdw1GfZri+atf/cqceeaZtiaNsrKWLFlievToEbjrd955x/azdOnSwggd1fJ59dVXbc0qFV6WmClX20fXiFGfPn2qGOvkrs8//9y0a9fODB8+HKFTZvUhdAJ/PJ1vIDvHGRUXQgACnhBA6HgSCIYBAQi4E/C1QPKj8w83B7T7F3PMMccYFTR+9NFH7ZYV/dW/f38zZEi+jj/VS4UyU5588knzv//3/7YvY3lqitvPfvYzK3Ikbs455xwze/Zs+9Kuk6R0rPaECROMXkZ37Nhhbr755lgLEvvAUnNXdtJVV11lMyd0HHyemrJpfv7zn9sMOgk6fUYV4xEjRgSe5rJly+w2K225kpRo1qxZ4D6ydMPrr79u3n77baOtZjqNTt8H3/jGN8pm6kiaPf744+a8886rmq7W2fz58+29Yv/GG2/YbCmJ1DiLfGeJb31jRegkF0mOKU+OLT1DAALJEEDoJMOVXiEAgQQJ+JqlM+vlzn/dcnWLzeDQ0cLPPfecOfbYY83vf/97+6J32GGHJUgl/a71UqHjkyU+lNHgelR0+iMN90S9UOrobJ0OpBdNvVyqiK7ERtOmTe0pVNo6ctRRR5mHH37YSrsGDRqEe5ind0lU/eIXv7BbkHQU/F577eXpSMMNS/Fdt26d+Zd/+RczZcoUc8YZZ1hBWV02uPa8aNEim6WyYsUKu/Uqb9laNTlIWisbUVJHR6KLn9aJsnXqa/punDx5srnkkkuqLlNfjzzyiBVD+nxNnDjRfuYGDBhg2rdv7xqCwlyH0Ekm1BxTngxXeoUABJIlgNBJli+9QwACCRHwsUBy9aLIetl/6qmnzJFHHmlf+seOHVt2K0JCqBLtVtuN9Ot6165d7ctsnppemhRHzVGySrWR5s6da184mzdvbl9k//CHP9i5b9682Rx33HE2yyNPTQzuvvtum52kukESFXlqpW10qoskoaB56nOrz2vQplpKkhUSf8raqo2V/pmkmOrOZKVpy6G2V+qvmk3/TJJTImz69OnmW9/6ls1eq69t2LDByp/LLrusTqGjbXCNGjWyW1UlVGm7EkDoxL8i2GoVP1N6hAAE0iGA0EmHM0+BAARiJuBjlk51oaPtOCq2qpd+vby5FgyNGVPi3ZW2WuilL49NL6yao17C9dIvOTd69GgrdJS9cuedd1ZtN8krA8kJZR7lTeZoverFWIV4NT9lICnLSmInjNB56623zMyZM63grKvpe0Fbs772ta9l5uOyZs0aK1datmy525jFT7VvtPZbtGhhaweVy+KqT+joAUcffbTtQ4JYa0//P49rL8oCQOhEoVf7vRRCjp8pPUIAAukQQOikw5mnQAACCRDwTerUdmx5AtOmywoSGD9+vBU7Ejq0/BHYtm2bmTp1aiih40JD2xNVd+rSSy91udyLa1Q4uk2bNubwww+PZTz1CR2JG21NLW3vU8aTapLlLfMtKkiETlSCu95Pdk68POkNAhBIlwBCJ13ePA0CEIiZgE8FkhE6MQfXw+4QOh4GJcYhJS10tIXvwQcfNN/+9rdjHHWyXWlL1YEHHmhrRcXR6hM6EhWnn3663eanotInnnii6dKlSxyPzVUfCJ14w0kh5Hh50hsEIJAuAYROurx5GgQgEDMBn7J0EDoxB9fD7hA6HgYlxiEhdHaHmabQKRVFltCRRFJReYoi7x4ThE58H3q2WsXHkp4gAIHKEEDoVIY7T4UABGIk4EuBZIROjEH1tCuEjqeBiWlYCB0/hI5OuVItIh2D3rZt25iim59uEDrxxJKtVvFwpBcIQKCyBBA6leXP0yEAgRgIdGq3xUjqVLohdCodgeSfj9BJnnEln4DQ8UPoSFiomLyOQKd+zu4xQejE8y1Bdk48HOkFAhCoLAGETmX583QIQCAmAj5svULoxBRMj7tB6HgcnBiGhtDxQ+jsu+++MUQzv10gdKLHdvKcjmbK3A7RO6IHCEAAAhUmgNCpcAB4PAQgEB+BSm+9QujEF0tfe0Lo+BqZeMaF0EHoxLOSku0FoRONL1utovHjbghAwC8CCB2/4sFoIACBCAQqnaWD0IkQvIzcitDJSKBCDhOhg9AJuXRSvQ2hEw03W62i8eNuCEDALwIIHb/iwWggAIGIBCopdRA6EYOXgdsROhkIUoQhInQQOhGWT2q3InTCo2arVXh23AkBCPhJAKHjZ1wYFQQgEIHAndfNiHB3+FsROuHZZeVOhE5WIhVunAgdhE64lZPuXQidcLzZahWOG3dBAAJ+E0Do+B0fRgcBCIQgUKksHYROiGBl7BaETsYCFnC4CB2ETsAlU5HLETrhsLPVKhw37oIABPwmgNDxOz6MDgIQCEmgElIHoRMyWBm6DaGToWCFGCpCB6ETYtmkfktJ6MydO9eMGTPGNG3a1DRq1MjsvffediwffPCBmTVrlhk0aJBp2LBh6uOr74ELFy40axddYwZ0X5HquNhqlSpuHgYBCKRIAKGTImweBQEIpEsg7a1XCJ1041uJpyF0KkE9vWcidCordL744gszYsQIw7Hl9a95CZ0FCxaYBx54wHTr1s3o/x922GHmpJNOQujUgo6tVul9h/IkCEAgfQIInfSZ80QIQCAlAmln6SB0UgpsBR+D0Kkg/BQejdCpnNCZMWOG+fjjj83AgQPNPvvsk0K0s/sICZyXXnrJLFmyxIwdO9Zs377drFq1ygwdOhShU0tY2WqV3bXOyCEAgfIEEDrlGXEFBCCQYQJpSh2EToYXiuPQETqOoDJ6GUKnMkJn69at5k9/+pPZvHmz2bBhQ0ZXT7rD3nPPPW0m09lnn20+/PBD+5eym9TYcvW3WLDVKt11ydMgAIH0CSB00mfOEyEAgZQJXDNugenUbkviT0XoJI644g9A6FQ8BIkOAKFTGaGzc+dO89xzz1kRscceeyQa47x0riydjz76yE5HzE488US77Qqh87cIs9UqL6udeUAAAvURQOiwPiAAgdwTkMyR1Em6IXSSJlz5/hE6lY9BkiNA6FRG6CQZ0yL2TYbOl1Fnq1URVz9zhkDxCCB0ihdzZgyBQhJIY+sVQif/Swuhk+8YI3QQOnlY4QgdY9hqlYeVzBwgAAEXAggdF0pcAwEI5IJA0lJn7pKjTduuPzJdu3bNBS8msTuBe+65x4wePdo0aNAAPDkk8NlnnxkV5x02bFgis9uxY4eZNGmSLWSblaatUO3btzcHHXRQLEMWgwcffNCcd955sfRHJ7sT0FasF1980fTt29e7LWwq5PzGkn8x/bouSyx0bLVKDC0dQwACHhJA6HgYFIYEAQgkRyDJo8wnPrSP2bK9g2nS5IDkJkDPFSWwdu1a07p1a4RORaOQ3MM///xzW5T30EMPTeQhO3Z8+tf+36mqdZLIQ2Lu9L333jN777232X///WPp+UsGG/7KoF0s/dHJ7gS0jjdt2mRatWrlndDZunWbGdB9uenW5fPEQsdWq8TQ0jEEIOAhAYSOh0FhSBCAQHIEks7SSW7k9AwBCEAAAhCAQH0EkDmsDwhAoGgEEDpFizjzhQAEDFKHRQABCEAAAhDIFwHq5uQrnswGAhBwI4DQcePEVRCAQM4IpHWUec6wMR0IQAACEICAdwSom+NdSBgQBCCQEgGETkqgeQwEIOAXgbSOMvdr1owGAhCAAAQgkD8CbLXKX0yZEQQg4EYAoePGiasgAIEcEmDrVQ6DypQgAAEIQKBQBNhqVahwM1kIQKAGAYQOSwICECg0AaROocPP5CEAAQhAIMME2GqV4eAxdAhAIBYCCJ1YMNIJBCCQZQLU08ly9Bg7BCAAAQgUkQAyp4hRZ84QgEBNAggd1gQEIFB4AtTTKfwSAAAEIAABCGSMAHVzMhYwhgsBCCRCAKGTCFY6hQAEskaArVdZixjjhQAEIACBohKgbk5RI8+8IQCBmgQQOqwJCEAAAv9DAKnDUoAABCAAAQj4TQCZ43d8GB0EIJAuAYROurx5GgQg4DkB6ul4HiCGBwEIQAAChSVA3ZzChp6JQwACdRBA6LA0IAABCNQgcOd1M2ACAQhAAAIQgIBnBKib41lAGA4EIFBxAgidioeAAUAAAr4RYOuVbxFhPBCAAAQgUHQCyJyirwDmDwEI1EYAocO6gAAEIFALAaQOywICEIAABCDgBwHq5vgRB0YBAQj4RwCh419MGBEEIOAJAaSOJ4FgGBCAAAQgUFgCyJzChp6JQwACDgQQOg6QuAQCECguAYokFzf2zBwCEIAABCpLgCLIleXP0yEAAf8JIHT8jxEjhAAEKkyAIskVDgCPhwAEIACBQhK4+KYhhZw3k4YABCDgSgCh40qK6yAAgcIS6NRui1GmDg0CEIAABCAAgXQIUAQ5Hc48BQIQyDYBhE6248foIQCBlAhQTycl0DwGAhCAAAQKT4C6OYVfAgCAAAQcCSB0HEFxGQQgAAGkDmsAAhCAAAQgkCwBZE6yfOkdAhDIFwGETr7iyWwgAIGECSB1EgZM9xCAAAQgUFgCyJzChp6JQwACIQkgdEKC4zYIQKC4BDj5qrixZ+YQgAAEIJAMAU60SoYrvUIAAvkmgNDJd3yZHQQgkBABpE5CYOkWAhCAAAQKRwCZU7iQM2EIQCAmAgidmEDSDQQgUDwCHGdevJgzYwhAAAIQiJ8AJ1rFz5QeIQCBYhBA6BQjzswSAhBIgADHmScAlS4hAAEIQKBQBJA5hQo3k4UABGImgNCJGSjdQQACxSJAkeRixZvZQgACEIBAfASQOfGxpCcIQKCYBBA6xYw7s4YABGIkgNSJESZdQQACEIBAIQhwolUhwswkIQCBhAkgdBIGTPcQgEAxCCB1ihFnZgkBCEAAAtEJIHOiM6QHCEAAAiKA0GEdQAACEIiJAFInJpB0AwEIQAACuSWAzMltaJkYBCBQAQIInQpA55EQgEB+CSB18htbZgYBCEAAAtEIIHOi8eNuCEAAAjUJIHRYExCAAARiJoDUiRko3UEAAhCAQOYJrFjXzKgIMg0CEIAABOIjgNCJjyU9QQACEKgicM24BUbHmtMgAAEIQAACRSeAzCn6CmD+EIBAUgQQOkmRpV8IQKDwBJA6hV8CAIAABCBQeALInMIvAQBAAAIJEkDoJAiXriEAAQggdVgDEIAABCBQVALInKJGnnlDAAJpEUDopEWa50AAAoUlgNQpbOiZOAQgAIHCEkDmFDb0TBwCEEiRAEInRdg8CgIQKC4BpE5xY8/MIQABCBSNADKnaBFnvhCAQKUIIHQqRZ7nQgAChSOA1ClcyJkwBCAAgUISuPimIYWcN5OGAAQgkDYBhE7axHkeBCBQaAJInUKHn8lDAAIQyD0BHU2uDB0aBCAAAQgkTwChkzxjngABCEBgFwJIHRYEBCAAAQjkkQAyJ49RZU4QgIDPBBA6PkeHsUEAArklcOd1M3I7NyYGAQhAAALFIqCMnMlzOpKZU6ywM1sIQMADAggdD4LAECAAgeIR6NRui1GmDg0CEIAABCCQZQIUQM5y9Bg7BCCQdQIInaxHkPFDAAKZJSCpc84pq4z+ToMABCAAAQhkjQAyJ2sRY7wQgEDeCCB08hZR5gMBCGSOADV1MhcyBgwBCECg8ASQOYVfAgCAAAQ8IIDQ8SAIDAECEIAAUoc1AAEIQAACWSGAzMlKpBgnBCCQdwIInbxHmPlBAAKZIYDUyUyoGCgEIACBwhJA5hQ29EwcAhDwkABCx8OgMCQIQKC4BJA6xY09M4cABCDgOwFkju8RYnwQgEDRCCB0ihZx5gsBCHhPYFi/12yxZBoEIAABCEDAFwI6lnzK3A6+DIdxQAACEIDAXwkgdFgGEIAABDwkgNTxMCgMCQIQgEBBCSBzChp4pg0BCHhPAKHjfYgYIAQgUFQCSJ2iRp55QwACEPCHADLHn1gwEghAAAI1CSB0WBMQgAAEPCaA1PE4OAwNAhCAQM4JIHNyHmCmBwEIZJ4AQifzIWQCEIBA3gkgdfIeYeYHAQhAwD8CyBz/YsKIIAABCNQkgNBhTUAAAhDIAIFO7bYYnYBFgwAEIAABCCRN4Jbf9TQ60YoGAQhAAAJ+E0Do+B0fRgcBCECgioCkjk6/0t9pEIAABCAAgSQIIHOSoEqfEIAABJIhgNBJhiu9QgACEEiMgDJ1kDqJ4aVjCEAAAoUkoIwcyRwaBCAAAQhkhwBCJzuxYqQQgAAEqgggdVgMEIAABCAQFwHq5cRFkn4gAAEIpEsAoZMub54GAQhAIDYCFEuODSUdQQACECgsAWROYUPPxCEAgRwQQOjkIIhMAQIQKC4BpE5xY8/MIQABCEQlgMyJSpD7IQABCFSWAEKnsvx5OgQgAIHIBDgBKzJCOoAABCBQOALInMKFnAlDAAI5JIDQyWFQmRIEIFA8ApyAVbyYM2MIQAACYQio+LFkDseSh6HHPRCAAAT8IoDQ8SsejAYCEIBAJAIUS46Ej5shAAEI5JoAWTm5Di+TgwAECkgAoVPAoDNlCEAg3wSoq5Pv+DI7CEAAAmEIIHPCUOMeCEAAAn4TQOj4HR9GBwEIQCAUAaROKGzcBAEIQCCXBJA5uQwrk4IABCBgEDosAghAAAI5JUBdnZwGlmlBAAIQcCRAvRxHUFwGAQhAIKMEEDoZDRzDhgAEIOBKgLo6rqS4DgIQgEB+CJCVk59YMhMIQAACdRFA6LA2IAABCBSAAFuwChBkpggBCEDgfwggc1gKEIAABIpBAKFTjDgzSwhAAAJGW7CUrUODAAQgAIH8EkDm5De2zAwCEIBATQIIHdYEBCAAgYIRYAtWwQLOdCEAgUIQUL2cW37XsxBzZZIQgAAEIPAlAYQOKwECEIBAAQmwBauAQWfKEIBAbgmQlZPb0DIxCEAAAvUSQOiwQCAAAQgUlABbsAoaeKYNAQjkigAyJ1fhZDIQgAAEAhFA6ATCxcUQgAAE8kWAo83zFU9mAwEIFIcAIqc4sWamEIAABOoigNBhbUAAAhCAgGELFosAAhCAQHYIIHOyEytGCgEIQCBJAgidJOnSNwQgAIEMESBbJ0PBYqgQgEBhCajwsQog0yAAAQhAAAIIHdYABCAAAQjsQoBsHRYEBCAAAf8IkJXjX0wYEQQgAIFKE0DoVDoCPB8CEICAhwQomOxhUBgSBCBQWALInMKGnolDAAIQqJcAQocFAgEIQAACdRK4ZtwCI7lDgwAEIACB9AkgctJnzhMhAAEIZIkAQidL0WKsEIAABCpAgC1YFYDOIyEAgcITQOYUfgkAAAIQgEBZAgidsoi4AAIQgAAEKJjMGpNr0wQAAAi7SURBVIAABCCQDgFETjqceQoEIACBPBBA6OQhiswBAhCAQEoEyNZJCTSPgQAECkkAmVPIsDNpCEAAAqEJIHRCo+NGCEAAAsUkQLZOMePOrCEAgeQISOToKHKOI0+OMT1DAAIQyCMBhE4eo8qcIAABCKRAgGydFCDzCAhAIPcEyMrJfYiZIAQgAIHECCB0EkNLxxCAAATyT4BsnfzHmBlCAALJEEDkJMOVXiEAAQj8//bu5TZyI4oCaDuFUQJaaKEsJgTnqhAUhQbeaAJQDLZrgDboGdnNRnex3uc0IMwHVPHVuVxdkOxOAgqdTmnbKwECBCYJjGJnfMW5DwECBAhcFlDmXDZyBAECBAhcFlDoXDZyBAECBAjsFPAY1k4ohxEg0FJAkdMydpsmQIDANAGFzjRaCxMgQKCngMeweuZu1wQI/LfAeNnx2/vD6eX1CRMBAgQIELibgELnbpQWIkCAAIGtgLt1XA8ECBA4ndyV4yogQIAAgVkCCp1ZstYlQIAAgR8C4906464dHwIECHQSUOR0StteCRAgsEZAobPG3VkJECDQSsBjWK3itlkCrQU8XtU6fpsnQIDAoQIKnUO5nYwAAQK9BTyG1Tt/uydQXcBdOdUTtj8CBAjEElDoxMrDNAQIEGghoNhpEbNNEmgjoMhpE7WNEiBAIJSAQidUHIYhQIBAHwGPYfXJ2k4JVBVQ5FRN1r4IECCQQ0ChkyMnUxIgQKCsgGKnbLQ2RqCsgPfklI3WxggQIJBKQKGTKi7DEiBAoK6AYqdutnZGoJKAu3IqpWkvBAgQyC2g0Mmdn+kJECBQTsD7dcpFakMESggockrEaBMECBAoJaDQKRWnzRAgQKCOgGKnTpZ2QiCzgCInc3pmJ0CAQG0BhU7tfO2OAAEC6QUUO+kjtAECKQUUOSljMzQBAgRaCSh0WsVtswQIEMgp4P06OXMzNYGMAoqcjKmZmQABAj0FFDo9c7drAgQIpBRQ7KSMzdAEUggoclLEZEgCBAgQ2AgodFwOBAgQIJBOQLGTLjIDEwgroMgJG43BCBAgQOCCgELHJUKAAAECaQUUO2mjMziB5QKKnOURGIAAAQIEbhRQ6NwI6NcJECBAIIaAlyfHyMEUBKILKHKiJ2Q+AgQIENgroNDZK+U4AgQIEEghoNhJEZMhCRwuoMg5nNwJCRAgQGCygEJnMrDlCRAgQGCNgMex1rg7K4FoAoqcaImYhwABAgTuJaDQuZekdQgQIEAgpIBiJ2QshiIwVWCUOOPz8vo09TwWJ0CAAAECKwUUOiv1nZsAAQIEDhNQ7BxG7UQElgmMIufb9y8/fnwIECBAgEB1AYVO9YTtjwABAgR+ERjv2Xl+/DiNkseHAIH8Ah6ryp+hHRAgQIDA9QIKnevN/AYBAgQIFBFw106RIG2jpYDHqlrGbtMECBAgsBFQ6LgcCBAgQKC9gGKn/SUAIJGAu3EShWVUAgQIEJgqoNCZymtxAgQIEMgmoNzJlph5OwiMd+K8vT94yXGHsO2RAAECBHYLKHR2UzmQAAECBDoJKHY6pW2vUQW85DhqMuYiQIAAgQgCCp0IKZiBAAECBEILKHdCx2O4YgLejVMsUNshQIAAgWkCCp1ptBYmQIAAgWoC52/F+v3rH74hq1q49rNcwLtxlkdgAAIECBBIJqDQSRaYcQkQIEAghsD5rp0xja8/j5GJKfIJeKQqX2YmJkCAAIE4AgqdOFmYhAABAgSSCngkK2lwxl4i4JGqJexOSoAAAQIFBRQ6BUO1JQIECBBYJ6DcWWfvzHEFlDhxszEZAQIECOQVUOjkzc7kBAgQIBBcQLkTPCDjTRVQ4kzltTgBAgQIEDgpdFwEBAgQIEDgAAHv3DkA2SmWCyhxlkdgAAIECBBoJKDQaRS2rRIgQIBADAHflhUjB1PcLvDt+5fT2/vDafw5fnwIECBAgACB4wQUOsdZOxMBAgQIEPhFQLnjosgm4C6cbImZlwABAgSqCih0qiZrXwQIECCQUmAUPOPn+fHD16GnTLDe0O7CqZepHREgQIBADQGFTo0c7YIAAQIEigp4907RYANv61zgjBFfXp8CT2o0AgQIECDQW0Ch0zt/uydAgACBRALbx7PG2Od/J9qCUQMKKHAChmIkAgQIECCwQ0ChswPJIQQIECBAIKqAR7SiJhN3LgVO3GxMRoAAAQIErhFQ6Fyj5VgCBAgQIBBcYFvwjFHdxRM8sAPGO7/E2DdRHYDtFAQIECBA4EABhc6B2E5FgAABAgRWCCh5VqivOae7b9a4OysBAgQIEFghoNBZoe6cBAgQIEBgsYCSZ3EAN55+W9y48+ZGTL9OgAABAgSSCih0kgZnbAIECBAgcG+B8+NZ569NH+t7ZOveytetty1uxm8qb67zczQBAgQIEKgsoNCpnK69ESBAgACBOwh8VvQoe+4Au1nCHTf39bQaAQIECBDoIKDQ6ZCyPRIgQIAAgYkCCp//xx1lzfi8vT/8c6A7bSZekJYmQIAAAQJNBBQ6TYK2TQIECBAgsErg58e2to90nWfK9mjXZyXN2Mv5/3/++yp75yVAgAABAgTqCih06mZrZwQIECBAIK3AZwXPntLn+fHjX3ve3hWzF2Nbypx/57P/27ue4wgQIECAAAECMwQUOjNUrUmAAAECBAgQIECAAAECBAgQmCig0JmIa2kCBAgQIECAAAECBAgQIECAwAwBhc4MVWsSIECAAAECBAgQIECAAAECBCYKKHQm4lqaAAECBAgQIECAAAECBAgQIDBDQKEzQ9WaBAgQIECAAAECBAgQIECAAIGJAgqdibiWJkCAAAECBAgQIECAAAECBAjMEFDozFC1JgECBAgQIECAAAECBAgQIEBgooBCZyKupQkQIECAAAECBAgQIECAAAECMwQUOjNUrUmAAAECBAgQIECAAAECBAgQmCjw299r/zlxfUsTIECAAAECBAgQIECAAAECBAjcWeAvW3Hqfys9Opo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 name="3 Imagen" descr="C:\Users\FAMILIAR\Desktop\descarga.png"/>
          <p:cNvPicPr/>
          <p:nvPr/>
        </p:nvPicPr>
        <p:blipFill rotWithShape="1">
          <a:blip r:embed="rId2">
            <a:extLst>
              <a:ext uri="{28A0092B-C50C-407E-A947-70E740481C1C}">
                <a14:useLocalDpi xmlns:a14="http://schemas.microsoft.com/office/drawing/2010/main" val="0"/>
              </a:ext>
            </a:extLst>
          </a:blip>
          <a:srcRect l="30265" t="43000" r="30316" b="22305"/>
          <a:stretch/>
        </p:blipFill>
        <p:spPr bwMode="auto">
          <a:xfrm>
            <a:off x="2112647" y="1185604"/>
            <a:ext cx="8026673" cy="438980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88036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p:nvPr/>
        </p:nvPicPr>
        <p:blipFill rotWithShape="1">
          <a:blip r:embed="rId2"/>
          <a:srcRect l="30769" t="13939" r="33021" b="29021"/>
          <a:stretch/>
        </p:blipFill>
        <p:spPr bwMode="auto">
          <a:xfrm>
            <a:off x="3190610" y="974728"/>
            <a:ext cx="5985758" cy="5587913"/>
          </a:xfrm>
          <a:prstGeom prst="rect">
            <a:avLst/>
          </a:prstGeom>
          <a:ln>
            <a:noFill/>
          </a:ln>
          <a:extLst>
            <a:ext uri="{53640926-AAD7-44D8-BBD7-CCE9431645EC}">
              <a14:shadowObscured xmlns:a14="http://schemas.microsoft.com/office/drawing/2010/main"/>
            </a:ext>
          </a:extLst>
        </p:spPr>
      </p:pic>
      <p:sp>
        <p:nvSpPr>
          <p:cNvPr id="3" name="2 Título"/>
          <p:cNvSpPr>
            <a:spLocks noGrp="1"/>
          </p:cNvSpPr>
          <p:nvPr>
            <p:ph type="title"/>
          </p:nvPr>
        </p:nvSpPr>
        <p:spPr>
          <a:xfrm>
            <a:off x="727031" y="120714"/>
            <a:ext cx="9404723" cy="700265"/>
          </a:xfrm>
        </p:spPr>
        <p:txBody>
          <a:bodyPr/>
          <a:lstStyle/>
          <a:p>
            <a:r>
              <a:rPr lang="es-MX" dirty="0"/>
              <a:t>Diagrama unifilar subestación buen tono</a:t>
            </a:r>
          </a:p>
        </p:txBody>
      </p:sp>
    </p:spTree>
    <p:extLst>
      <p:ext uri="{BB962C8B-B14F-4D97-AF65-F5344CB8AC3E}">
        <p14:creationId xmlns:p14="http://schemas.microsoft.com/office/powerpoint/2010/main" val="2424831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p:nvPr/>
        </p:nvPicPr>
        <p:blipFill rotWithShape="1">
          <a:blip r:embed="rId2"/>
          <a:srcRect l="32833" t="15000" r="31707" b="27627"/>
          <a:stretch/>
        </p:blipFill>
        <p:spPr bwMode="auto">
          <a:xfrm>
            <a:off x="3157242" y="1014601"/>
            <a:ext cx="5727812" cy="50301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039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47741D-155B-4699-9BA2-83772276F250}"/>
              </a:ext>
            </a:extLst>
          </p:cNvPr>
          <p:cNvSpPr>
            <a:spLocks noGrp="1"/>
          </p:cNvSpPr>
          <p:nvPr>
            <p:ph type="title"/>
          </p:nvPr>
        </p:nvSpPr>
        <p:spPr/>
        <p:txBody>
          <a:bodyPr/>
          <a:lstStyle/>
          <a:p>
            <a:r>
              <a:rPr lang="es-MX" dirty="0"/>
              <a:t>PLANTAS “JETS”</a:t>
            </a:r>
            <a:endParaRPr lang="en-US" dirty="0"/>
          </a:p>
        </p:txBody>
      </p:sp>
      <p:sp>
        <p:nvSpPr>
          <p:cNvPr id="4" name="Content Placeholder 2">
            <a:extLst>
              <a:ext uri="{FF2B5EF4-FFF2-40B4-BE49-F238E27FC236}">
                <a16:creationId xmlns="" xmlns:a16="http://schemas.microsoft.com/office/drawing/2014/main" id="{49E40A0D-589C-4D3F-88B3-8F392F1050DD}"/>
              </a:ext>
            </a:extLst>
          </p:cNvPr>
          <p:cNvSpPr>
            <a:spLocks noGrp="1"/>
          </p:cNvSpPr>
          <p:nvPr>
            <p:ph idx="1"/>
          </p:nvPr>
        </p:nvSpPr>
        <p:spPr>
          <a:xfrm>
            <a:off x="1103312" y="2052918"/>
            <a:ext cx="8946541" cy="4195481"/>
          </a:xfrm>
        </p:spPr>
        <p:txBody>
          <a:bodyPr/>
          <a:lstStyle/>
          <a:p>
            <a:r>
              <a:rPr lang="es-MX" dirty="0"/>
              <a:t>Las Plantas JETS son unidades generadoras de energía eléctrica en 85 kV, para restablecer en menor tiempo posible el servicio de energía, cuando se presenta un disturbio mayor en el sistema interconectado de anillos de 85kV de los cables de Nonoalco y Jamaica.</a:t>
            </a:r>
            <a:endParaRPr lang="en-US" dirty="0"/>
          </a:p>
        </p:txBody>
      </p:sp>
    </p:spTree>
    <p:extLst>
      <p:ext uri="{BB962C8B-B14F-4D97-AF65-F5344CB8AC3E}">
        <p14:creationId xmlns:p14="http://schemas.microsoft.com/office/powerpoint/2010/main" val="263295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6C1343BC-D509-4AB9-AA2F-BDA49BEA3671}"/>
              </a:ext>
            </a:extLst>
          </p:cNvPr>
          <p:cNvPicPr>
            <a:picLocks noChangeAspect="1"/>
          </p:cNvPicPr>
          <p:nvPr/>
        </p:nvPicPr>
        <p:blipFill rotWithShape="1">
          <a:blip r:embed="rId2" cstate="print"/>
          <a:srcRect l="24802" t="21143" r="23293" b="4952"/>
          <a:stretch/>
        </p:blipFill>
        <p:spPr>
          <a:xfrm>
            <a:off x="2573383" y="133384"/>
            <a:ext cx="7406640" cy="6591232"/>
          </a:xfrm>
          <a:prstGeom prst="rect">
            <a:avLst/>
          </a:prstGeom>
        </p:spPr>
      </p:pic>
    </p:spTree>
    <p:extLst>
      <p:ext uri="{BB962C8B-B14F-4D97-AF65-F5344CB8AC3E}">
        <p14:creationId xmlns:p14="http://schemas.microsoft.com/office/powerpoint/2010/main" val="3139942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11085" y="121414"/>
            <a:ext cx="9404723" cy="1400530"/>
          </a:xfrm>
        </p:spPr>
        <p:txBody>
          <a:bodyPr/>
          <a:lstStyle/>
          <a:p>
            <a:r>
              <a:rPr lang="es-ES" dirty="0"/>
              <a:t>EDIFICIO DEL PCC</a:t>
            </a:r>
            <a:endParaRPr lang="es-MX" dirty="0"/>
          </a:p>
        </p:txBody>
      </p:sp>
      <p:sp>
        <p:nvSpPr>
          <p:cNvPr id="3" name="Marcador de contenido 2"/>
          <p:cNvSpPr>
            <a:spLocks noGrp="1"/>
          </p:cNvSpPr>
          <p:nvPr>
            <p:ph idx="1"/>
          </p:nvPr>
        </p:nvSpPr>
        <p:spPr>
          <a:xfrm>
            <a:off x="228668" y="1013792"/>
            <a:ext cx="6079367" cy="5387008"/>
          </a:xfrm>
        </p:spPr>
        <p:txBody>
          <a:bodyPr/>
          <a:lstStyle/>
          <a:p>
            <a:pPr algn="just"/>
            <a:r>
              <a:rPr lang="es-ES" dirty="0"/>
              <a:t>El Puesto Central de Control (PCC) , es donde se encuentran los tableros de operación de algunas Líneas del Metro. En éste, se pueden observar el avance de los trenes, la distribución de energía eléctrica, fallas en el sistema, entre otras, donde el personal que labora en el lugar tiene la tarea de revisar el óptimo funcionamiento del mismo.</a:t>
            </a:r>
          </a:p>
          <a:p>
            <a:pPr marL="0" indent="0" algn="just">
              <a:buNone/>
            </a:pPr>
            <a:endParaRPr lang="es-ES" dirty="0"/>
          </a:p>
          <a:p>
            <a:pPr algn="just"/>
            <a:r>
              <a:rPr lang="es-ES" dirty="0"/>
              <a:t>En caso de que se presente algún accidente en las vías del Metro, desde ese lugar se puede cortar el suministro de energía eléctrica por tramos, con el objetivo de no afectar el resto del avance de los </a:t>
            </a:r>
            <a:r>
              <a:rPr lang="es-ES" dirty="0" err="1"/>
              <a:t>convoys</a:t>
            </a:r>
            <a:r>
              <a:rPr lang="es-ES" dirty="0"/>
              <a:t>.</a:t>
            </a:r>
          </a:p>
          <a:p>
            <a:endParaRPr lang="es-MX" dirty="0"/>
          </a:p>
        </p:txBody>
      </p:sp>
      <p:pic>
        <p:nvPicPr>
          <p:cNvPr id="1026" name="Picture 2" descr="metro 2">
            <a:extLst>
              <a:ext uri="{FF2B5EF4-FFF2-40B4-BE49-F238E27FC236}">
                <a16:creationId xmlns="" xmlns:a16="http://schemas.microsoft.com/office/drawing/2014/main" id="{55EBDCA6-F62D-43F9-A2BF-247C09FCEF2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423" t="14452" r="12052"/>
          <a:stretch/>
        </p:blipFill>
        <p:spPr bwMode="auto">
          <a:xfrm>
            <a:off x="6548911" y="1013792"/>
            <a:ext cx="5414421" cy="3107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091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 Imagen"/>
          <p:cNvPicPr/>
          <p:nvPr/>
        </p:nvPicPr>
        <p:blipFill rotWithShape="1">
          <a:blip r:embed="rId2"/>
          <a:srcRect l="34145" t="15618" r="34813" b="28470"/>
          <a:stretch/>
        </p:blipFill>
        <p:spPr bwMode="auto">
          <a:xfrm>
            <a:off x="3060971" y="349050"/>
            <a:ext cx="6083028" cy="592227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6529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etro 3">
            <a:extLst>
              <a:ext uri="{FF2B5EF4-FFF2-40B4-BE49-F238E27FC236}">
                <a16:creationId xmlns="" xmlns:a16="http://schemas.microsoft.com/office/drawing/2014/main" id="{EEC4889D-3A82-4767-AEDF-047879B204A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0161" y="239367"/>
            <a:ext cx="10226951" cy="61312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4902191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703</TotalTime>
  <Words>812</Words>
  <Application>Microsoft Office PowerPoint</Application>
  <PresentationFormat>Panorámica</PresentationFormat>
  <Paragraphs>53</Paragraphs>
  <Slides>26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Arial</vt:lpstr>
      <vt:lpstr>Bahnschrift</vt:lpstr>
      <vt:lpstr>Century Gothic</vt:lpstr>
      <vt:lpstr>Wingdings 3</vt:lpstr>
      <vt:lpstr>Ion</vt:lpstr>
      <vt:lpstr>Presentación de PowerPoint</vt:lpstr>
      <vt:lpstr>Presentación de PowerPoint</vt:lpstr>
      <vt:lpstr>Distribución de las zonas de Operación de CFE</vt:lpstr>
      <vt:lpstr>Presentación de PowerPoint</vt:lpstr>
      <vt:lpstr>CONTROL Y DISTRIBUCION DE LA ENERGIA</vt:lpstr>
      <vt:lpstr>Presentación de PowerPoint</vt:lpstr>
      <vt:lpstr>Presentación de PowerPoint</vt:lpstr>
      <vt:lpstr>Las Subestaciones se conforman por 5 secciones: </vt:lpstr>
      <vt:lpstr>2.Semisubestaciones A Y B</vt:lpstr>
      <vt:lpstr>Presentación de PowerPoint</vt:lpstr>
      <vt:lpstr>Presentación de PowerPoint</vt:lpstr>
      <vt:lpstr>3.Subestaciones rectificadoras</vt:lpstr>
      <vt:lpstr>Presentación de PowerPoint</vt:lpstr>
      <vt:lpstr>Presentación de PowerPoint</vt:lpstr>
      <vt:lpstr>4.Subestaciones de Alumbrado y Fuerza</vt:lpstr>
      <vt:lpstr>Presentación de PowerPoint</vt:lpstr>
      <vt:lpstr>Presentación de PowerPoint</vt:lpstr>
      <vt:lpstr>Presentación de PowerPoint</vt:lpstr>
      <vt:lpstr>Presentación de PowerPoint</vt:lpstr>
      <vt:lpstr>Diagrama unifilar subestación buen tono</vt:lpstr>
      <vt:lpstr>Presentación de PowerPoint</vt:lpstr>
      <vt:lpstr>PLANTAS “JETS”</vt:lpstr>
      <vt:lpstr>Presentación de PowerPoint</vt:lpstr>
      <vt:lpstr>EDIFICIO DEL PCC</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dc:title>
  <dc:creator>Internet</dc:creator>
  <cp:lastModifiedBy>Internet</cp:lastModifiedBy>
  <cp:revision>36</cp:revision>
  <dcterms:created xsi:type="dcterms:W3CDTF">2018-11-13T21:40:55Z</dcterms:created>
  <dcterms:modified xsi:type="dcterms:W3CDTF">2018-11-20T23:18:13Z</dcterms:modified>
</cp:coreProperties>
</file>